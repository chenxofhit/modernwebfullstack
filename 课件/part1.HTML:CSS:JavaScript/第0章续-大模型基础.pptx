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3" Type="http://schemas.openxmlformats.org/officeDocument/2006/relationships/image" Target="../media/image1.png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0.xml"/><Relationship Id="rId3" Type="http://schemas.openxmlformats.org/officeDocument/2006/relationships/image" Target="../media/image2.png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3.xml"/><Relationship Id="rId3" Type="http://schemas.openxmlformats.org/officeDocument/2006/relationships/image" Target="../media/image3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3" Type="http://schemas.openxmlformats.org/officeDocument/2006/relationships/image" Target="../media/image4.png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.xml"/><Relationship Id="rId3" Type="http://schemas.openxmlformats.org/officeDocument/2006/relationships/image" Target="../media/image5.png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1595120"/>
            <a:ext cx="9799200" cy="2570400"/>
          </a:xfrm>
        </p:spPr>
        <p:txBody>
          <a:bodyPr>
            <a:normAutofit fontScale="90000"/>
          </a:bodyPr>
          <a:p>
            <a:r>
              <a:rPr lang="en-US" altLang="zh-CN"/>
              <a:t>How LLMs Work in 5 Slides </a:t>
            </a:r>
            <a:br>
              <a:rPr lang="en-US" altLang="zh-CN"/>
            </a:br>
            <a:r>
              <a:rPr lang="en-US" altLang="zh-CN"/>
              <a:t>(For Engineers)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431925"/>
            <a:ext cx="11017250" cy="46285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397635"/>
            <a:ext cx="10968990" cy="52444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313815"/>
            <a:ext cx="8957945" cy="45091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518920"/>
            <a:ext cx="8947150" cy="35883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462405"/>
            <a:ext cx="9458325" cy="44386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WPS 文字</Application>
  <PresentationFormat>宽屏</PresentationFormat>
  <Paragraphs>2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汉仪书宋二KW</vt:lpstr>
      <vt:lpstr>苹方-简</vt:lpstr>
      <vt:lpstr>微软雅黑</vt:lpstr>
      <vt:lpstr>汉仪旗黑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Pony</cp:lastModifiedBy>
  <cp:revision>176</cp:revision>
  <dcterms:created xsi:type="dcterms:W3CDTF">2026-03-18T01:46:59Z</dcterms:created>
  <dcterms:modified xsi:type="dcterms:W3CDTF">2026-03-18T01:46:59Z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742492CBB5FC5C2C0703BA69EEE3C93A_41</vt:lpwstr>
  </property>
</Properties>
</file>