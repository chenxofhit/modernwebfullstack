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2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67" r:id="rId2"/>
    <p:sldId id="257" r:id="rId3"/>
    <p:sldId id="269" r:id="rId4"/>
    <p:sldId id="270" r:id="rId5"/>
    <p:sldId id="256" r:id="rId6"/>
    <p:sldId id="258" r:id="rId7"/>
    <p:sldId id="260" r:id="rId8"/>
    <p:sldId id="261" r:id="rId9"/>
    <p:sldId id="262" r:id="rId10"/>
    <p:sldId id="263" r:id="rId11"/>
    <p:sldId id="264" r:id="rId12"/>
    <p:sldId id="268" r:id="rId13"/>
    <p:sldId id="265" r:id="rId1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715"/>
    <p:restoredTop sz="91894"/>
  </p:normalViewPr>
  <p:slideViewPr>
    <p:cSldViewPr snapToGrid="0" snapToObjects="1">
      <p:cViewPr varScale="1">
        <p:scale>
          <a:sx n="98" d="100"/>
          <a:sy n="98" d="100"/>
        </p:scale>
        <p:origin x="1064" y="192"/>
      </p:cViewPr>
      <p:guideLst>
        <p:guide orient="horz" pos="2160"/>
        <p:guide pos="2880"/>
      </p:guideLst>
    </p:cSldViewPr>
  </p:slideViewPr>
  <p:notesTextViewPr>
    <p:cViewPr>
      <p:scale>
        <a:sx n="95" d="100"/>
        <a:sy n="95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diagrams/_rels/data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7" Type="http://schemas.openxmlformats.org/officeDocument/2006/relationships/image" Target="../media/image16.svg"/><Relationship Id="rId2" Type="http://schemas.openxmlformats.org/officeDocument/2006/relationships/image" Target="../media/image11.png"/><Relationship Id="rId1" Type="http://schemas.openxmlformats.org/officeDocument/2006/relationships/hyperlink" Target="https://baomidou.com/" TargetMode="External"/><Relationship Id="rId6" Type="http://schemas.openxmlformats.org/officeDocument/2006/relationships/image" Target="../media/image15.png"/><Relationship Id="rId5" Type="http://schemas.openxmlformats.org/officeDocument/2006/relationships/image" Target="../media/image14.svg"/><Relationship Id="rId4" Type="http://schemas.openxmlformats.org/officeDocument/2006/relationships/image" Target="../media/image13.png"/></Relationships>
</file>

<file path=ppt/diagrams/_rels/drawing2.xml.rels><?xml version="1.0" encoding="UTF-8" standalone="yes"?>
<Relationships xmlns="http://schemas.openxmlformats.org/package/2006/relationships"><Relationship Id="rId3" Type="http://schemas.openxmlformats.org/officeDocument/2006/relationships/hyperlink" Target="https://baomidou.com/" TargetMode="External"/><Relationship Id="rId7" Type="http://schemas.openxmlformats.org/officeDocument/2006/relationships/image" Target="../media/image16.svg"/><Relationship Id="rId2" Type="http://schemas.openxmlformats.org/officeDocument/2006/relationships/image" Target="../media/image12.svg"/><Relationship Id="rId1" Type="http://schemas.openxmlformats.org/officeDocument/2006/relationships/image" Target="../media/image11.png"/><Relationship Id="rId6" Type="http://schemas.openxmlformats.org/officeDocument/2006/relationships/image" Target="../media/image15.png"/><Relationship Id="rId5" Type="http://schemas.openxmlformats.org/officeDocument/2006/relationships/image" Target="../media/image14.svg"/><Relationship Id="rId4" Type="http://schemas.openxmlformats.org/officeDocument/2006/relationships/image" Target="../media/image13.pn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0_3">
  <dgm:title val=""/>
  <dgm:desc val=""/>
  <dgm:catLst>
    <dgm:cat type="mainScheme" pri="10300"/>
  </dgm:catLst>
  <dgm:styleLbl name="node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lignNode1">
    <dgm:fillClrLst meth="repeat">
      <a:schemeClr val="dk2"/>
    </dgm:fillClrLst>
    <dgm:linClrLst meth="repeat">
      <a:schemeClr val="dk2"/>
    </dgm:linClrLst>
    <dgm:effectClrLst/>
    <dgm:txLinClrLst/>
    <dgm:txFillClrLst/>
    <dgm:txEffectClrLst/>
  </dgm:styleLbl>
  <dgm:styleLbl name="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ln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vennNode1">
    <dgm:fillClrLst meth="repeat">
      <a:schemeClr val="dk2">
        <a:alpha val="50000"/>
      </a:schemeClr>
    </dgm:fillClrLst>
    <dgm:linClrLst meth="repeat">
      <a:schemeClr val="lt2"/>
    </dgm:linClrLst>
    <dgm:effectClrLst/>
    <dgm:txLinClrLst/>
    <dgm:txFillClrLst/>
    <dgm:txEffectClrLst/>
  </dgm:styleLbl>
  <dgm:styleLbl name="node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fgImgPlace1">
    <dgm:fillClrLst meth="repeat">
      <a:schemeClr val="dk2">
        <a:tint val="50000"/>
      </a:schemeClr>
    </dgm:fillClrLst>
    <dgm:linClrLst meth="repeat">
      <a:schemeClr val="lt2"/>
    </dgm:linClrLst>
    <dgm:effectClrLst/>
    <dgm:txLinClrLst/>
    <dgm:txFillClrLst meth="repeat">
      <a:schemeClr val="lt2"/>
    </dgm:txFillClrLst>
    <dgm:txEffectClrLst/>
  </dgm:styleLbl>
  <dgm:styleLbl name="align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bg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callout">
    <dgm:fillClrLst meth="repeat">
      <a:schemeClr val="dk2"/>
    </dgm:fillClrLst>
    <dgm:linClrLst meth="repeat">
      <a:schemeClr val="dk2">
        <a:tint val="50000"/>
      </a:schemeClr>
    </dgm:linClrLst>
    <dgm:effectClrLst/>
    <dgm:txLinClrLst/>
    <dgm:txFillClrLst meth="repeat">
      <a:schemeClr val="lt2"/>
    </dgm:txFillClrLst>
    <dgm:txEffectClrLst/>
  </dgm:styleLbl>
  <dgm:styleLbl name="asst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parCh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lt2"/>
    </dgm:txFillClrLst>
    <dgm:txEffectClrLst/>
  </dgm:styleLbl>
  <dgm:styleLbl name="parChTrans2D2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3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4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1D1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2">
        <a:alpha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2">
        <a:tint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2">
        <a:shade val="8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2">
        <a:tint val="50000"/>
        <a:alpha val="4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2">
        <a:tint val="60000"/>
      </a:schemeClr>
    </dgm:fillClrLst>
    <dgm:linClrLst meth="repeat">
      <a:schemeClr val="lt2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2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8915C626-BB86-45EC-9590-6C5F764E6482}" type="doc">
      <dgm:prSet loTypeId="urn:microsoft.com/office/officeart/2005/8/layout/hList1" loCatId="list" qsTypeId="urn:microsoft.com/office/officeart/2005/8/quickstyle/simple1" qsCatId="simple" csTypeId="urn:microsoft.com/office/officeart/2005/8/colors/accent0_3" csCatId="mainScheme"/>
      <dgm:spPr/>
      <dgm:t>
        <a:bodyPr/>
        <a:lstStyle/>
        <a:p>
          <a:endParaRPr lang="en-US"/>
        </a:p>
      </dgm:t>
    </dgm:pt>
    <dgm:pt modelId="{8A643505-7D64-4C70-8691-0C392209D770}">
      <dgm:prSet/>
      <dgm:spPr/>
      <dgm:t>
        <a:bodyPr/>
        <a:lstStyle/>
        <a:p>
          <a:r>
            <a:rPr lang="en-US"/>
            <a:t>简单工厂</a:t>
          </a:r>
        </a:p>
      </dgm:t>
    </dgm:pt>
    <dgm:pt modelId="{F49F266B-FC10-4309-9168-B7E22F2D4FCB}" type="parTrans" cxnId="{C854E6E9-404D-418B-855A-8DF6E00C6188}">
      <dgm:prSet/>
      <dgm:spPr/>
      <dgm:t>
        <a:bodyPr/>
        <a:lstStyle/>
        <a:p>
          <a:endParaRPr lang="en-US"/>
        </a:p>
      </dgm:t>
    </dgm:pt>
    <dgm:pt modelId="{19A2ACAB-4522-4B4C-A83A-714E148F273F}" type="sibTrans" cxnId="{C854E6E9-404D-418B-855A-8DF6E00C6188}">
      <dgm:prSet/>
      <dgm:spPr/>
      <dgm:t>
        <a:bodyPr/>
        <a:lstStyle/>
        <a:p>
          <a:endParaRPr lang="en-US"/>
        </a:p>
      </dgm:t>
    </dgm:pt>
    <dgm:pt modelId="{375EAB3D-50D9-4AD7-968F-7D0D763F0191}">
      <dgm:prSet/>
      <dgm:spPr/>
      <dgm:t>
        <a:bodyPr/>
        <a:lstStyle/>
        <a:p>
          <a:r>
            <a:rPr lang="en-US"/>
            <a:t>BeanFactory</a:t>
          </a:r>
        </a:p>
      </dgm:t>
    </dgm:pt>
    <dgm:pt modelId="{74D0D657-E9F8-463F-BE4D-871EC917C8E6}" type="parTrans" cxnId="{E781D3D4-3AE9-4660-AC24-C84C8E901202}">
      <dgm:prSet/>
      <dgm:spPr/>
      <dgm:t>
        <a:bodyPr/>
        <a:lstStyle/>
        <a:p>
          <a:endParaRPr lang="en-US"/>
        </a:p>
      </dgm:t>
    </dgm:pt>
    <dgm:pt modelId="{9A447117-E763-43FD-A291-E8C0568A8C25}" type="sibTrans" cxnId="{E781D3D4-3AE9-4660-AC24-C84C8E901202}">
      <dgm:prSet/>
      <dgm:spPr/>
      <dgm:t>
        <a:bodyPr/>
        <a:lstStyle/>
        <a:p>
          <a:endParaRPr lang="en-US"/>
        </a:p>
      </dgm:t>
    </dgm:pt>
    <dgm:pt modelId="{047CAD89-CDCB-4243-807C-22560BBBE530}">
      <dgm:prSet/>
      <dgm:spPr/>
      <dgm:t>
        <a:bodyPr/>
        <a:lstStyle/>
        <a:p>
          <a:r>
            <a:rPr lang="en-US"/>
            <a:t>工厂模式</a:t>
          </a:r>
        </a:p>
      </dgm:t>
    </dgm:pt>
    <dgm:pt modelId="{205B6326-9354-41FB-8395-52AECB18827F}" type="parTrans" cxnId="{11A1AC65-99A9-455A-90D7-CC36D462043B}">
      <dgm:prSet/>
      <dgm:spPr/>
      <dgm:t>
        <a:bodyPr/>
        <a:lstStyle/>
        <a:p>
          <a:endParaRPr lang="en-US"/>
        </a:p>
      </dgm:t>
    </dgm:pt>
    <dgm:pt modelId="{E51CF588-66FF-4E34-8579-12224D028466}" type="sibTrans" cxnId="{11A1AC65-99A9-455A-90D7-CC36D462043B}">
      <dgm:prSet/>
      <dgm:spPr/>
      <dgm:t>
        <a:bodyPr/>
        <a:lstStyle/>
        <a:p>
          <a:endParaRPr lang="en-US"/>
        </a:p>
      </dgm:t>
    </dgm:pt>
    <dgm:pt modelId="{74B71284-D38C-48F3-A843-285120C750E5}">
      <dgm:prSet/>
      <dgm:spPr/>
      <dgm:t>
        <a:bodyPr/>
        <a:lstStyle/>
        <a:p>
          <a:r>
            <a:rPr lang="en-US"/>
            <a:t>FactoryBean</a:t>
          </a:r>
        </a:p>
      </dgm:t>
    </dgm:pt>
    <dgm:pt modelId="{59E5557A-E586-4DA7-B618-A7F12D8994C4}" type="parTrans" cxnId="{EA931F86-AC39-4467-9997-5E0E38695E63}">
      <dgm:prSet/>
      <dgm:spPr/>
      <dgm:t>
        <a:bodyPr/>
        <a:lstStyle/>
        <a:p>
          <a:endParaRPr lang="en-US"/>
        </a:p>
      </dgm:t>
    </dgm:pt>
    <dgm:pt modelId="{8A680D40-FCD4-4B88-B895-837176441150}" type="sibTrans" cxnId="{EA931F86-AC39-4467-9997-5E0E38695E63}">
      <dgm:prSet/>
      <dgm:spPr/>
      <dgm:t>
        <a:bodyPr/>
        <a:lstStyle/>
        <a:p>
          <a:endParaRPr lang="en-US"/>
        </a:p>
      </dgm:t>
    </dgm:pt>
    <dgm:pt modelId="{F8248AC9-9171-4019-B6C0-622C45E091DE}">
      <dgm:prSet/>
      <dgm:spPr/>
      <dgm:t>
        <a:bodyPr/>
        <a:lstStyle/>
        <a:p>
          <a:r>
            <a:rPr lang="en-US"/>
            <a:t>代理模式</a:t>
          </a:r>
        </a:p>
      </dgm:t>
    </dgm:pt>
    <dgm:pt modelId="{731CDFC0-7827-41D7-AECA-546451532A9D}" type="parTrans" cxnId="{5B5B1C63-B18A-4566-9F29-52BDFDB7AE22}">
      <dgm:prSet/>
      <dgm:spPr/>
      <dgm:t>
        <a:bodyPr/>
        <a:lstStyle/>
        <a:p>
          <a:endParaRPr lang="en-US"/>
        </a:p>
      </dgm:t>
    </dgm:pt>
    <dgm:pt modelId="{4ED15F46-65FF-434E-A4DD-D31CE2097C6F}" type="sibTrans" cxnId="{5B5B1C63-B18A-4566-9F29-52BDFDB7AE22}">
      <dgm:prSet/>
      <dgm:spPr/>
      <dgm:t>
        <a:bodyPr/>
        <a:lstStyle/>
        <a:p>
          <a:endParaRPr lang="en-US"/>
        </a:p>
      </dgm:t>
    </dgm:pt>
    <dgm:pt modelId="{47EEE7D9-ECCF-4E15-93F3-E3E30BF955D7}">
      <dgm:prSet/>
      <dgm:spPr/>
      <dgm:t>
        <a:bodyPr/>
        <a:lstStyle/>
        <a:p>
          <a:r>
            <a:rPr lang="en-US"/>
            <a:t>AOP</a:t>
          </a:r>
          <a:r>
            <a:rPr lang="zh-CN"/>
            <a:t>底层，就是动态代理模式的实现。</a:t>
          </a:r>
          <a:endParaRPr lang="en-US"/>
        </a:p>
      </dgm:t>
    </dgm:pt>
    <dgm:pt modelId="{055E5D03-E4FB-47C2-9B3B-A87175000DD4}" type="parTrans" cxnId="{1354DBD4-B61B-409C-9A7D-242BC4108166}">
      <dgm:prSet/>
      <dgm:spPr/>
      <dgm:t>
        <a:bodyPr/>
        <a:lstStyle/>
        <a:p>
          <a:endParaRPr lang="en-US"/>
        </a:p>
      </dgm:t>
    </dgm:pt>
    <dgm:pt modelId="{9ED078B0-F237-4CF4-87E6-8DFC32A19546}" type="sibTrans" cxnId="{1354DBD4-B61B-409C-9A7D-242BC4108166}">
      <dgm:prSet/>
      <dgm:spPr/>
      <dgm:t>
        <a:bodyPr/>
        <a:lstStyle/>
        <a:p>
          <a:endParaRPr lang="en-US"/>
        </a:p>
      </dgm:t>
    </dgm:pt>
    <dgm:pt modelId="{E6DDE5E5-04EA-4FD3-9300-C771F8887C3F}">
      <dgm:prSet/>
      <dgm:spPr/>
      <dgm:t>
        <a:bodyPr/>
        <a:lstStyle/>
        <a:p>
          <a:r>
            <a:rPr lang="en-US"/>
            <a:t>单例模式</a:t>
          </a:r>
        </a:p>
      </dgm:t>
    </dgm:pt>
    <dgm:pt modelId="{4E8F41E5-60FB-45B2-AC04-3DB8DB379F10}" type="parTrans" cxnId="{DC13A048-8A20-4EE0-BF2E-760142D85966}">
      <dgm:prSet/>
      <dgm:spPr/>
      <dgm:t>
        <a:bodyPr/>
        <a:lstStyle/>
        <a:p>
          <a:endParaRPr lang="en-US"/>
        </a:p>
      </dgm:t>
    </dgm:pt>
    <dgm:pt modelId="{78F75815-3BD7-44D0-8A37-1A2EFAB0AAAA}" type="sibTrans" cxnId="{DC13A048-8A20-4EE0-BF2E-760142D85966}">
      <dgm:prSet/>
      <dgm:spPr/>
      <dgm:t>
        <a:bodyPr/>
        <a:lstStyle/>
        <a:p>
          <a:endParaRPr lang="en-US"/>
        </a:p>
      </dgm:t>
    </dgm:pt>
    <dgm:pt modelId="{42F15E76-93D4-4C12-826B-F0185E6DB4F7}">
      <dgm:prSet/>
      <dgm:spPr/>
      <dgm:t>
        <a:bodyPr/>
        <a:lstStyle/>
        <a:p>
          <a:r>
            <a:rPr lang="en-US"/>
            <a:t>Bean</a:t>
          </a:r>
          <a:r>
            <a:rPr lang="zh-CN"/>
            <a:t> 默认单例</a:t>
          </a:r>
          <a:endParaRPr lang="en-US"/>
        </a:p>
      </dgm:t>
    </dgm:pt>
    <dgm:pt modelId="{AAA7C242-8361-496A-B410-077149D4B36B}" type="parTrans" cxnId="{7680888B-D3CD-4804-9946-F41A31246FDD}">
      <dgm:prSet/>
      <dgm:spPr/>
      <dgm:t>
        <a:bodyPr/>
        <a:lstStyle/>
        <a:p>
          <a:endParaRPr lang="en-US"/>
        </a:p>
      </dgm:t>
    </dgm:pt>
    <dgm:pt modelId="{DDAA8669-B0A7-4B6D-A225-1E8231033C94}" type="sibTrans" cxnId="{7680888B-D3CD-4804-9946-F41A31246FDD}">
      <dgm:prSet/>
      <dgm:spPr/>
      <dgm:t>
        <a:bodyPr/>
        <a:lstStyle/>
        <a:p>
          <a:endParaRPr lang="en-US"/>
        </a:p>
      </dgm:t>
    </dgm:pt>
    <dgm:pt modelId="{FA730B71-8E05-264F-88FB-1E866ED277BB}" type="pres">
      <dgm:prSet presAssocID="{8915C626-BB86-45EC-9590-6C5F764E6482}" presName="Name0" presStyleCnt="0">
        <dgm:presLayoutVars>
          <dgm:dir/>
          <dgm:animLvl val="lvl"/>
          <dgm:resizeHandles val="exact"/>
        </dgm:presLayoutVars>
      </dgm:prSet>
      <dgm:spPr/>
    </dgm:pt>
    <dgm:pt modelId="{03051769-A539-5C43-946E-1F19B4F12DFC}" type="pres">
      <dgm:prSet presAssocID="{8A643505-7D64-4C70-8691-0C392209D770}" presName="composite" presStyleCnt="0"/>
      <dgm:spPr/>
    </dgm:pt>
    <dgm:pt modelId="{C967D384-CB09-3149-A7D4-9AA74AE3401B}" type="pres">
      <dgm:prSet presAssocID="{8A643505-7D64-4C70-8691-0C392209D770}" presName="parTx" presStyleLbl="alignNode1" presStyleIdx="0" presStyleCnt="4">
        <dgm:presLayoutVars>
          <dgm:chMax val="0"/>
          <dgm:chPref val="0"/>
          <dgm:bulletEnabled val="1"/>
        </dgm:presLayoutVars>
      </dgm:prSet>
      <dgm:spPr/>
    </dgm:pt>
    <dgm:pt modelId="{1BBF8059-C08C-9D4A-9997-C2EB2329A722}" type="pres">
      <dgm:prSet presAssocID="{8A643505-7D64-4C70-8691-0C392209D770}" presName="desTx" presStyleLbl="alignAccFollowNode1" presStyleIdx="0" presStyleCnt="4">
        <dgm:presLayoutVars>
          <dgm:bulletEnabled val="1"/>
        </dgm:presLayoutVars>
      </dgm:prSet>
      <dgm:spPr/>
    </dgm:pt>
    <dgm:pt modelId="{D7714517-7148-DF49-8D45-E5B7CD712428}" type="pres">
      <dgm:prSet presAssocID="{19A2ACAB-4522-4B4C-A83A-714E148F273F}" presName="space" presStyleCnt="0"/>
      <dgm:spPr/>
    </dgm:pt>
    <dgm:pt modelId="{2E5EC48A-C798-6142-8018-5828002D2E89}" type="pres">
      <dgm:prSet presAssocID="{047CAD89-CDCB-4243-807C-22560BBBE530}" presName="composite" presStyleCnt="0"/>
      <dgm:spPr/>
    </dgm:pt>
    <dgm:pt modelId="{C6D35792-7A59-F840-AD55-7079BCDC9D8C}" type="pres">
      <dgm:prSet presAssocID="{047CAD89-CDCB-4243-807C-22560BBBE530}" presName="parTx" presStyleLbl="alignNode1" presStyleIdx="1" presStyleCnt="4">
        <dgm:presLayoutVars>
          <dgm:chMax val="0"/>
          <dgm:chPref val="0"/>
          <dgm:bulletEnabled val="1"/>
        </dgm:presLayoutVars>
      </dgm:prSet>
      <dgm:spPr/>
    </dgm:pt>
    <dgm:pt modelId="{B6B20EF0-C53E-C14D-A740-985BE4AFF0E7}" type="pres">
      <dgm:prSet presAssocID="{047CAD89-CDCB-4243-807C-22560BBBE530}" presName="desTx" presStyleLbl="alignAccFollowNode1" presStyleIdx="1" presStyleCnt="4">
        <dgm:presLayoutVars>
          <dgm:bulletEnabled val="1"/>
        </dgm:presLayoutVars>
      </dgm:prSet>
      <dgm:spPr/>
    </dgm:pt>
    <dgm:pt modelId="{3D94DF6D-76A7-CD41-AE33-2ECC96E454A0}" type="pres">
      <dgm:prSet presAssocID="{E51CF588-66FF-4E34-8579-12224D028466}" presName="space" presStyleCnt="0"/>
      <dgm:spPr/>
    </dgm:pt>
    <dgm:pt modelId="{A62FEB16-AF51-AF46-91D8-1952699B533A}" type="pres">
      <dgm:prSet presAssocID="{F8248AC9-9171-4019-B6C0-622C45E091DE}" presName="composite" presStyleCnt="0"/>
      <dgm:spPr/>
    </dgm:pt>
    <dgm:pt modelId="{D076BCEF-0DAD-BB46-A0F2-7729B158C207}" type="pres">
      <dgm:prSet presAssocID="{F8248AC9-9171-4019-B6C0-622C45E091DE}" presName="parTx" presStyleLbl="alignNode1" presStyleIdx="2" presStyleCnt="4">
        <dgm:presLayoutVars>
          <dgm:chMax val="0"/>
          <dgm:chPref val="0"/>
          <dgm:bulletEnabled val="1"/>
        </dgm:presLayoutVars>
      </dgm:prSet>
      <dgm:spPr/>
    </dgm:pt>
    <dgm:pt modelId="{3CBCF33C-2970-AA47-A594-801F2DAD9145}" type="pres">
      <dgm:prSet presAssocID="{F8248AC9-9171-4019-B6C0-622C45E091DE}" presName="desTx" presStyleLbl="alignAccFollowNode1" presStyleIdx="2" presStyleCnt="4">
        <dgm:presLayoutVars>
          <dgm:bulletEnabled val="1"/>
        </dgm:presLayoutVars>
      </dgm:prSet>
      <dgm:spPr/>
    </dgm:pt>
    <dgm:pt modelId="{8688CA4E-96BA-084C-BA7D-956D31CA39F8}" type="pres">
      <dgm:prSet presAssocID="{4ED15F46-65FF-434E-A4DD-D31CE2097C6F}" presName="space" presStyleCnt="0"/>
      <dgm:spPr/>
    </dgm:pt>
    <dgm:pt modelId="{B7E894D2-A733-714D-9F3D-D112E2A5454D}" type="pres">
      <dgm:prSet presAssocID="{E6DDE5E5-04EA-4FD3-9300-C771F8887C3F}" presName="composite" presStyleCnt="0"/>
      <dgm:spPr/>
    </dgm:pt>
    <dgm:pt modelId="{8283BB38-B061-0C49-8900-474EBBCE9E02}" type="pres">
      <dgm:prSet presAssocID="{E6DDE5E5-04EA-4FD3-9300-C771F8887C3F}" presName="parTx" presStyleLbl="alignNode1" presStyleIdx="3" presStyleCnt="4">
        <dgm:presLayoutVars>
          <dgm:chMax val="0"/>
          <dgm:chPref val="0"/>
          <dgm:bulletEnabled val="1"/>
        </dgm:presLayoutVars>
      </dgm:prSet>
      <dgm:spPr/>
    </dgm:pt>
    <dgm:pt modelId="{77D92599-0B21-3C40-8EB1-015E04C3DE2D}" type="pres">
      <dgm:prSet presAssocID="{E6DDE5E5-04EA-4FD3-9300-C771F8887C3F}" presName="desTx" presStyleLbl="alignAccFollowNode1" presStyleIdx="3" presStyleCnt="4">
        <dgm:presLayoutVars>
          <dgm:bulletEnabled val="1"/>
        </dgm:presLayoutVars>
      </dgm:prSet>
      <dgm:spPr/>
    </dgm:pt>
  </dgm:ptLst>
  <dgm:cxnLst>
    <dgm:cxn modelId="{2340CE0E-F968-2D46-A1C4-D06F4829ECD2}" type="presOf" srcId="{8915C626-BB86-45EC-9590-6C5F764E6482}" destId="{FA730B71-8E05-264F-88FB-1E866ED277BB}" srcOrd="0" destOrd="0" presId="urn:microsoft.com/office/officeart/2005/8/layout/hList1"/>
    <dgm:cxn modelId="{AEF7B814-79F8-4F47-BADC-4052F34B4681}" type="presOf" srcId="{E6DDE5E5-04EA-4FD3-9300-C771F8887C3F}" destId="{8283BB38-B061-0C49-8900-474EBBCE9E02}" srcOrd="0" destOrd="0" presId="urn:microsoft.com/office/officeart/2005/8/layout/hList1"/>
    <dgm:cxn modelId="{3E99B33E-AF1E-E740-A330-16404E6399A1}" type="presOf" srcId="{42F15E76-93D4-4C12-826B-F0185E6DB4F7}" destId="{77D92599-0B21-3C40-8EB1-015E04C3DE2D}" srcOrd="0" destOrd="0" presId="urn:microsoft.com/office/officeart/2005/8/layout/hList1"/>
    <dgm:cxn modelId="{DC13A048-8A20-4EE0-BF2E-760142D85966}" srcId="{8915C626-BB86-45EC-9590-6C5F764E6482}" destId="{E6DDE5E5-04EA-4FD3-9300-C771F8887C3F}" srcOrd="3" destOrd="0" parTransId="{4E8F41E5-60FB-45B2-AC04-3DB8DB379F10}" sibTransId="{78F75815-3BD7-44D0-8A37-1A2EFAB0AAAA}"/>
    <dgm:cxn modelId="{5B5B1C63-B18A-4566-9F29-52BDFDB7AE22}" srcId="{8915C626-BB86-45EC-9590-6C5F764E6482}" destId="{F8248AC9-9171-4019-B6C0-622C45E091DE}" srcOrd="2" destOrd="0" parTransId="{731CDFC0-7827-41D7-AECA-546451532A9D}" sibTransId="{4ED15F46-65FF-434E-A4DD-D31CE2097C6F}"/>
    <dgm:cxn modelId="{11A1AC65-99A9-455A-90D7-CC36D462043B}" srcId="{8915C626-BB86-45EC-9590-6C5F764E6482}" destId="{047CAD89-CDCB-4243-807C-22560BBBE530}" srcOrd="1" destOrd="0" parTransId="{205B6326-9354-41FB-8395-52AECB18827F}" sibTransId="{E51CF588-66FF-4E34-8579-12224D028466}"/>
    <dgm:cxn modelId="{0FE9666E-BA4F-014A-95AA-070106DFAD7E}" type="presOf" srcId="{047CAD89-CDCB-4243-807C-22560BBBE530}" destId="{C6D35792-7A59-F840-AD55-7079BCDC9D8C}" srcOrd="0" destOrd="0" presId="urn:microsoft.com/office/officeart/2005/8/layout/hList1"/>
    <dgm:cxn modelId="{4B55B483-3EE0-4447-BB9B-5D4C3BED4649}" type="presOf" srcId="{8A643505-7D64-4C70-8691-0C392209D770}" destId="{C967D384-CB09-3149-A7D4-9AA74AE3401B}" srcOrd="0" destOrd="0" presId="urn:microsoft.com/office/officeart/2005/8/layout/hList1"/>
    <dgm:cxn modelId="{EA931F86-AC39-4467-9997-5E0E38695E63}" srcId="{047CAD89-CDCB-4243-807C-22560BBBE530}" destId="{74B71284-D38C-48F3-A843-285120C750E5}" srcOrd="0" destOrd="0" parTransId="{59E5557A-E586-4DA7-B618-A7F12D8994C4}" sibTransId="{8A680D40-FCD4-4B88-B895-837176441150}"/>
    <dgm:cxn modelId="{7680888B-D3CD-4804-9946-F41A31246FDD}" srcId="{E6DDE5E5-04EA-4FD3-9300-C771F8887C3F}" destId="{42F15E76-93D4-4C12-826B-F0185E6DB4F7}" srcOrd="0" destOrd="0" parTransId="{AAA7C242-8361-496A-B410-077149D4B36B}" sibTransId="{DDAA8669-B0A7-4B6D-A225-1E8231033C94}"/>
    <dgm:cxn modelId="{F18C84A5-26C6-1049-BFAE-862DD097F767}" type="presOf" srcId="{74B71284-D38C-48F3-A843-285120C750E5}" destId="{B6B20EF0-C53E-C14D-A740-985BE4AFF0E7}" srcOrd="0" destOrd="0" presId="urn:microsoft.com/office/officeart/2005/8/layout/hList1"/>
    <dgm:cxn modelId="{2D5520AB-C4EE-4348-8386-6F53B8F7D739}" type="presOf" srcId="{47EEE7D9-ECCF-4E15-93F3-E3E30BF955D7}" destId="{3CBCF33C-2970-AA47-A594-801F2DAD9145}" srcOrd="0" destOrd="0" presId="urn:microsoft.com/office/officeart/2005/8/layout/hList1"/>
    <dgm:cxn modelId="{11FF4DCD-DD65-5B43-9A3E-47EC94F92DDD}" type="presOf" srcId="{375EAB3D-50D9-4AD7-968F-7D0D763F0191}" destId="{1BBF8059-C08C-9D4A-9997-C2EB2329A722}" srcOrd="0" destOrd="0" presId="urn:microsoft.com/office/officeart/2005/8/layout/hList1"/>
    <dgm:cxn modelId="{E781D3D4-3AE9-4660-AC24-C84C8E901202}" srcId="{8A643505-7D64-4C70-8691-0C392209D770}" destId="{375EAB3D-50D9-4AD7-968F-7D0D763F0191}" srcOrd="0" destOrd="0" parTransId="{74D0D657-E9F8-463F-BE4D-871EC917C8E6}" sibTransId="{9A447117-E763-43FD-A291-E8C0568A8C25}"/>
    <dgm:cxn modelId="{1354DBD4-B61B-409C-9A7D-242BC4108166}" srcId="{F8248AC9-9171-4019-B6C0-622C45E091DE}" destId="{47EEE7D9-ECCF-4E15-93F3-E3E30BF955D7}" srcOrd="0" destOrd="0" parTransId="{055E5D03-E4FB-47C2-9B3B-A87175000DD4}" sibTransId="{9ED078B0-F237-4CF4-87E6-8DFC32A19546}"/>
    <dgm:cxn modelId="{3C1142E8-0830-F34A-9DCF-5D3F1C6C4936}" type="presOf" srcId="{F8248AC9-9171-4019-B6C0-622C45E091DE}" destId="{D076BCEF-0DAD-BB46-A0F2-7729B158C207}" srcOrd="0" destOrd="0" presId="urn:microsoft.com/office/officeart/2005/8/layout/hList1"/>
    <dgm:cxn modelId="{C854E6E9-404D-418B-855A-8DF6E00C6188}" srcId="{8915C626-BB86-45EC-9590-6C5F764E6482}" destId="{8A643505-7D64-4C70-8691-0C392209D770}" srcOrd="0" destOrd="0" parTransId="{F49F266B-FC10-4309-9168-B7E22F2D4FCB}" sibTransId="{19A2ACAB-4522-4B4C-A83A-714E148F273F}"/>
    <dgm:cxn modelId="{EF0358FB-0D2A-CF4C-84C8-B446BA216F50}" type="presParOf" srcId="{FA730B71-8E05-264F-88FB-1E866ED277BB}" destId="{03051769-A539-5C43-946E-1F19B4F12DFC}" srcOrd="0" destOrd="0" presId="urn:microsoft.com/office/officeart/2005/8/layout/hList1"/>
    <dgm:cxn modelId="{125FE8D8-BD05-DD49-B4BC-6053D6FA55A0}" type="presParOf" srcId="{03051769-A539-5C43-946E-1F19B4F12DFC}" destId="{C967D384-CB09-3149-A7D4-9AA74AE3401B}" srcOrd="0" destOrd="0" presId="urn:microsoft.com/office/officeart/2005/8/layout/hList1"/>
    <dgm:cxn modelId="{92CBC2C2-39A6-3041-9B03-246A681F41B7}" type="presParOf" srcId="{03051769-A539-5C43-946E-1F19B4F12DFC}" destId="{1BBF8059-C08C-9D4A-9997-C2EB2329A722}" srcOrd="1" destOrd="0" presId="urn:microsoft.com/office/officeart/2005/8/layout/hList1"/>
    <dgm:cxn modelId="{CEAD294A-0133-4B4F-BD32-F2E9BD36FED8}" type="presParOf" srcId="{FA730B71-8E05-264F-88FB-1E866ED277BB}" destId="{D7714517-7148-DF49-8D45-E5B7CD712428}" srcOrd="1" destOrd="0" presId="urn:microsoft.com/office/officeart/2005/8/layout/hList1"/>
    <dgm:cxn modelId="{C8D15631-62D4-E94E-81AD-AC997DDB49A8}" type="presParOf" srcId="{FA730B71-8E05-264F-88FB-1E866ED277BB}" destId="{2E5EC48A-C798-6142-8018-5828002D2E89}" srcOrd="2" destOrd="0" presId="urn:microsoft.com/office/officeart/2005/8/layout/hList1"/>
    <dgm:cxn modelId="{2271931C-19C7-6943-BD5D-B42D91CFCEDC}" type="presParOf" srcId="{2E5EC48A-C798-6142-8018-5828002D2E89}" destId="{C6D35792-7A59-F840-AD55-7079BCDC9D8C}" srcOrd="0" destOrd="0" presId="urn:microsoft.com/office/officeart/2005/8/layout/hList1"/>
    <dgm:cxn modelId="{AC587493-F25E-C74D-B029-7D14A5207B7F}" type="presParOf" srcId="{2E5EC48A-C798-6142-8018-5828002D2E89}" destId="{B6B20EF0-C53E-C14D-A740-985BE4AFF0E7}" srcOrd="1" destOrd="0" presId="urn:microsoft.com/office/officeart/2005/8/layout/hList1"/>
    <dgm:cxn modelId="{7B1E14FC-9C8D-C349-95D2-6EE78DA2269E}" type="presParOf" srcId="{FA730B71-8E05-264F-88FB-1E866ED277BB}" destId="{3D94DF6D-76A7-CD41-AE33-2ECC96E454A0}" srcOrd="3" destOrd="0" presId="urn:microsoft.com/office/officeart/2005/8/layout/hList1"/>
    <dgm:cxn modelId="{812994B1-90EA-1F4A-B3EA-784273349435}" type="presParOf" srcId="{FA730B71-8E05-264F-88FB-1E866ED277BB}" destId="{A62FEB16-AF51-AF46-91D8-1952699B533A}" srcOrd="4" destOrd="0" presId="urn:microsoft.com/office/officeart/2005/8/layout/hList1"/>
    <dgm:cxn modelId="{E70D77A6-EE73-9944-8FAC-1D1E5575826A}" type="presParOf" srcId="{A62FEB16-AF51-AF46-91D8-1952699B533A}" destId="{D076BCEF-0DAD-BB46-A0F2-7729B158C207}" srcOrd="0" destOrd="0" presId="urn:microsoft.com/office/officeart/2005/8/layout/hList1"/>
    <dgm:cxn modelId="{31AD1F88-E995-B649-BD8B-E96C0491BF80}" type="presParOf" srcId="{A62FEB16-AF51-AF46-91D8-1952699B533A}" destId="{3CBCF33C-2970-AA47-A594-801F2DAD9145}" srcOrd="1" destOrd="0" presId="urn:microsoft.com/office/officeart/2005/8/layout/hList1"/>
    <dgm:cxn modelId="{4DDF5FFF-D5BC-6F48-90E9-8AA11316BD93}" type="presParOf" srcId="{FA730B71-8E05-264F-88FB-1E866ED277BB}" destId="{8688CA4E-96BA-084C-BA7D-956D31CA39F8}" srcOrd="5" destOrd="0" presId="urn:microsoft.com/office/officeart/2005/8/layout/hList1"/>
    <dgm:cxn modelId="{2491D028-160F-5342-9BDE-7A4C7EA3E414}" type="presParOf" srcId="{FA730B71-8E05-264F-88FB-1E866ED277BB}" destId="{B7E894D2-A733-714D-9F3D-D112E2A5454D}" srcOrd="6" destOrd="0" presId="urn:microsoft.com/office/officeart/2005/8/layout/hList1"/>
    <dgm:cxn modelId="{C824D51C-286A-3243-9E94-17ABD35B71AA}" type="presParOf" srcId="{B7E894D2-A733-714D-9F3D-D112E2A5454D}" destId="{8283BB38-B061-0C49-8900-474EBBCE9E02}" srcOrd="0" destOrd="0" presId="urn:microsoft.com/office/officeart/2005/8/layout/hList1"/>
    <dgm:cxn modelId="{D0B96E92-DF60-2440-A860-B48131F20034}" type="presParOf" srcId="{B7E894D2-A733-714D-9F3D-D112E2A5454D}" destId="{77D92599-0B21-3C40-8EB1-015E04C3DE2D}" srcOrd="1" destOrd="0" presId="urn:microsoft.com/office/officeart/2005/8/layout/hList1"/>
  </dgm:cxnLst>
  <dgm:bg/>
  <dgm:whole/>
  <dgm:extLst>
    <a:ext uri="http://schemas.microsoft.com/office/drawing/2008/diagram">
      <dsp:dataModelExt xmlns:dsp="http://schemas.microsoft.com/office/drawing/2008/diagram" relId="rId8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7979ABE6-EA1B-4426-B8D6-AEDA77E55FC3}" type="doc">
      <dgm:prSet loTypeId="urn:microsoft.com/office/officeart/2018/5/layout/CenteredIconLabelDescriptionList" loCatId="icon" qsTypeId="urn:microsoft.com/office/officeart/2005/8/quickstyle/simple1" qsCatId="simple" csTypeId="urn:microsoft.com/office/officeart/2018/5/colors/Iconchunking_neutralbg_colorful1" csCatId="colorful" phldr="1"/>
      <dgm:spPr/>
      <dgm:t>
        <a:bodyPr/>
        <a:lstStyle/>
        <a:p>
          <a:endParaRPr lang="en-US"/>
        </a:p>
      </dgm:t>
    </dgm:pt>
    <dgm:pt modelId="{4B6F06D1-F545-4E3F-AC90-49B955228BEC}">
      <dgm:prSet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en-US"/>
            <a:t>MyBatis-Plus</a:t>
          </a:r>
          <a:r>
            <a:rPr lang="zh-CN"/>
            <a:t>：简化</a:t>
          </a:r>
          <a:r>
            <a:rPr lang="en-US"/>
            <a:t>dao</a:t>
          </a:r>
          <a:r>
            <a:rPr lang="zh-CN"/>
            <a:t>层代码的开发</a:t>
          </a:r>
          <a:endParaRPr lang="en-US"/>
        </a:p>
      </dgm:t>
    </dgm:pt>
    <dgm:pt modelId="{BBD45F0E-FA3C-4241-88EE-1DC1C04917D1}" type="parTrans" cxnId="{895DCC88-2102-4605-8ED6-8445142CDA2C}">
      <dgm:prSet/>
      <dgm:spPr/>
      <dgm:t>
        <a:bodyPr/>
        <a:lstStyle/>
        <a:p>
          <a:endParaRPr lang="en-US"/>
        </a:p>
      </dgm:t>
    </dgm:pt>
    <dgm:pt modelId="{5FEA99A5-8CA1-4D7A-8D67-CDA40291055C}" type="sibTrans" cxnId="{895DCC88-2102-4605-8ED6-8445142CDA2C}">
      <dgm:prSet/>
      <dgm:spPr/>
      <dgm:t>
        <a:bodyPr/>
        <a:lstStyle/>
        <a:p>
          <a:endParaRPr lang="en-US"/>
        </a:p>
      </dgm:t>
    </dgm:pt>
    <dgm:pt modelId="{26DA501A-F7C1-43DC-8969-615BCEFC716F}">
      <dgm:prSet/>
      <dgm:spPr/>
      <dgm:t>
        <a:bodyPr/>
        <a:lstStyle/>
        <a:p>
          <a:pPr>
            <a:lnSpc>
              <a:spcPct val="100000"/>
            </a:lnSpc>
          </a:pPr>
          <a:r>
            <a:rPr lang="en-US">
              <a:hlinkClick xmlns:r="http://schemas.openxmlformats.org/officeDocument/2006/relationships" r:id="rId1"/>
            </a:rPr>
            <a:t>https://baomidou.com</a:t>
          </a:r>
          <a:endParaRPr lang="en-US"/>
        </a:p>
      </dgm:t>
    </dgm:pt>
    <dgm:pt modelId="{9DD0152F-03E7-4877-8973-E62CD6FEBA8B}" type="parTrans" cxnId="{EA609C2A-65B5-4FCF-B999-AE9BC9C365AE}">
      <dgm:prSet/>
      <dgm:spPr/>
      <dgm:t>
        <a:bodyPr/>
        <a:lstStyle/>
        <a:p>
          <a:endParaRPr lang="en-US"/>
        </a:p>
      </dgm:t>
    </dgm:pt>
    <dgm:pt modelId="{6F83C7F6-4E74-4EFD-A750-BE0A110B9FA3}" type="sibTrans" cxnId="{EA609C2A-65B5-4FCF-B999-AE9BC9C365AE}">
      <dgm:prSet/>
      <dgm:spPr/>
      <dgm:t>
        <a:bodyPr/>
        <a:lstStyle/>
        <a:p>
          <a:endParaRPr lang="en-US"/>
        </a:p>
      </dgm:t>
    </dgm:pt>
    <dgm:pt modelId="{A5477C72-68A3-4CFF-81D9-87B1AD307127}">
      <dgm:prSet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en-US"/>
            <a:t>SpringBoot</a:t>
          </a:r>
          <a:r>
            <a:rPr lang="zh-CN"/>
            <a:t>：简化</a:t>
          </a:r>
          <a:r>
            <a:rPr lang="en-US"/>
            <a:t>SSM</a:t>
          </a:r>
          <a:r>
            <a:rPr lang="zh-CN"/>
            <a:t>框架的开发</a:t>
          </a:r>
          <a:endParaRPr lang="en-US"/>
        </a:p>
      </dgm:t>
    </dgm:pt>
    <dgm:pt modelId="{876B4A50-C4A4-4CEF-BE2C-640295E1B0B0}" type="parTrans" cxnId="{4F346D22-2281-42D9-9F8D-AA8FA3ED6079}">
      <dgm:prSet/>
      <dgm:spPr/>
      <dgm:t>
        <a:bodyPr/>
        <a:lstStyle/>
        <a:p>
          <a:endParaRPr lang="en-US"/>
        </a:p>
      </dgm:t>
    </dgm:pt>
    <dgm:pt modelId="{68ED2CCD-2ABA-4727-9535-96A958E63768}" type="sibTrans" cxnId="{4F346D22-2281-42D9-9F8D-AA8FA3ED6079}">
      <dgm:prSet/>
      <dgm:spPr/>
      <dgm:t>
        <a:bodyPr/>
        <a:lstStyle/>
        <a:p>
          <a:endParaRPr lang="en-US"/>
        </a:p>
      </dgm:t>
    </dgm:pt>
    <dgm:pt modelId="{9A018547-60C4-470E-8D8D-20B4E52C0EC5}">
      <dgm:prSet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en-US"/>
            <a:t>Curl</a:t>
          </a:r>
          <a:r>
            <a:rPr lang="zh-CN"/>
            <a:t>、</a:t>
          </a:r>
          <a:r>
            <a:rPr lang="en-US"/>
            <a:t>Apifox</a:t>
          </a:r>
          <a:r>
            <a:rPr lang="zh-CN"/>
            <a:t> 、</a:t>
          </a:r>
          <a:r>
            <a:rPr lang="en-US"/>
            <a:t>Postman</a:t>
          </a:r>
          <a:r>
            <a:rPr lang="zh-CN"/>
            <a:t>、</a:t>
          </a:r>
          <a:r>
            <a:rPr lang="en-US"/>
            <a:t>Json-server</a:t>
          </a:r>
          <a:r>
            <a:rPr lang="zh-CN"/>
            <a:t>等工具的使用</a:t>
          </a:r>
          <a:endParaRPr lang="en-US"/>
        </a:p>
      </dgm:t>
    </dgm:pt>
    <dgm:pt modelId="{5F5EE719-9B96-42DC-93AA-05A73F55305C}" type="parTrans" cxnId="{EBB2A255-C7EC-4F98-8D1B-6391A509DE2A}">
      <dgm:prSet/>
      <dgm:spPr/>
      <dgm:t>
        <a:bodyPr/>
        <a:lstStyle/>
        <a:p>
          <a:endParaRPr lang="en-US"/>
        </a:p>
      </dgm:t>
    </dgm:pt>
    <dgm:pt modelId="{B1378C86-3A45-4DD0-B442-6CF0D1A6FBCB}" type="sibTrans" cxnId="{EBB2A255-C7EC-4F98-8D1B-6391A509DE2A}">
      <dgm:prSet/>
      <dgm:spPr/>
      <dgm:t>
        <a:bodyPr/>
        <a:lstStyle/>
        <a:p>
          <a:endParaRPr lang="en-US"/>
        </a:p>
      </dgm:t>
    </dgm:pt>
    <dgm:pt modelId="{E22720DD-05C6-4E51-BAE6-C16C860A6AE8}" type="pres">
      <dgm:prSet presAssocID="{7979ABE6-EA1B-4426-B8D6-AEDA77E55FC3}" presName="root" presStyleCnt="0">
        <dgm:presLayoutVars>
          <dgm:dir/>
          <dgm:resizeHandles val="exact"/>
        </dgm:presLayoutVars>
      </dgm:prSet>
      <dgm:spPr/>
    </dgm:pt>
    <dgm:pt modelId="{E1CFF22D-DF22-4067-8EBF-FE69C06B3C68}" type="pres">
      <dgm:prSet presAssocID="{4B6F06D1-F545-4E3F-AC90-49B955228BEC}" presName="compNode" presStyleCnt="0"/>
      <dgm:spPr/>
    </dgm:pt>
    <dgm:pt modelId="{62B230F3-45D6-41FE-B916-108F1C6E49DA}" type="pres">
      <dgm:prSet presAssocID="{4B6F06D1-F545-4E3F-AC90-49B955228BEC}" presName="iconRect" presStyleLbl="node1" presStyleIdx="0" presStyleCnt="3"/>
      <dgm:spPr>
        <a:blipFill>
          <a:blip xmlns:r="http://schemas.openxmlformats.org/officeDocument/2006/relationships"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程序员"/>
        </a:ext>
      </dgm:extLst>
    </dgm:pt>
    <dgm:pt modelId="{205EE356-A271-43FC-9EB6-56A498E77611}" type="pres">
      <dgm:prSet presAssocID="{4B6F06D1-F545-4E3F-AC90-49B955228BEC}" presName="iconSpace" presStyleCnt="0"/>
      <dgm:spPr/>
    </dgm:pt>
    <dgm:pt modelId="{E7AD5A40-D786-4A66-B2D8-A7872E7DED9A}" type="pres">
      <dgm:prSet presAssocID="{4B6F06D1-F545-4E3F-AC90-49B955228BEC}" presName="parTx" presStyleLbl="revTx" presStyleIdx="0" presStyleCnt="6">
        <dgm:presLayoutVars>
          <dgm:chMax val="0"/>
          <dgm:chPref val="0"/>
        </dgm:presLayoutVars>
      </dgm:prSet>
      <dgm:spPr/>
    </dgm:pt>
    <dgm:pt modelId="{D9C5DEBA-AFC8-4025-ABB2-88A9A09EBAD8}" type="pres">
      <dgm:prSet presAssocID="{4B6F06D1-F545-4E3F-AC90-49B955228BEC}" presName="txSpace" presStyleCnt="0"/>
      <dgm:spPr/>
    </dgm:pt>
    <dgm:pt modelId="{0EF60DFB-5048-46CB-845E-A4AB22CBB503}" type="pres">
      <dgm:prSet presAssocID="{4B6F06D1-F545-4E3F-AC90-49B955228BEC}" presName="desTx" presStyleLbl="revTx" presStyleIdx="1" presStyleCnt="6">
        <dgm:presLayoutVars/>
      </dgm:prSet>
      <dgm:spPr/>
    </dgm:pt>
    <dgm:pt modelId="{424DD351-1D15-486A-B1EE-A761080945F8}" type="pres">
      <dgm:prSet presAssocID="{5FEA99A5-8CA1-4D7A-8D67-CDA40291055C}" presName="sibTrans" presStyleCnt="0"/>
      <dgm:spPr/>
    </dgm:pt>
    <dgm:pt modelId="{5F3509F2-7B8C-4B1A-8031-6BEEBB18B414}" type="pres">
      <dgm:prSet presAssocID="{A5477C72-68A3-4CFF-81D9-87B1AD307127}" presName="compNode" presStyleCnt="0"/>
      <dgm:spPr/>
    </dgm:pt>
    <dgm:pt modelId="{AF579611-1F25-4649-9831-825F42C8B7F0}" type="pres">
      <dgm:prSet presAssocID="{A5477C72-68A3-4CFF-81D9-87B1AD307127}" presName="iconRect" presStyleLbl="node1" presStyleIdx="1" presStyleCnt="3"/>
      <dgm:spPr>
        <a:blipFill>
          <a:blip xmlns:r="http://schemas.openxmlformats.org/officeDocument/2006/relationships"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帆船"/>
        </a:ext>
      </dgm:extLst>
    </dgm:pt>
    <dgm:pt modelId="{A9CD54D5-6215-4196-85AD-106899F41351}" type="pres">
      <dgm:prSet presAssocID="{A5477C72-68A3-4CFF-81D9-87B1AD307127}" presName="iconSpace" presStyleCnt="0"/>
      <dgm:spPr/>
    </dgm:pt>
    <dgm:pt modelId="{152A254A-7D4A-459E-96C7-17AB5F67E0DA}" type="pres">
      <dgm:prSet presAssocID="{A5477C72-68A3-4CFF-81D9-87B1AD307127}" presName="parTx" presStyleLbl="revTx" presStyleIdx="2" presStyleCnt="6">
        <dgm:presLayoutVars>
          <dgm:chMax val="0"/>
          <dgm:chPref val="0"/>
        </dgm:presLayoutVars>
      </dgm:prSet>
      <dgm:spPr/>
    </dgm:pt>
    <dgm:pt modelId="{E79AA8E1-577E-4207-9919-7D798B08C357}" type="pres">
      <dgm:prSet presAssocID="{A5477C72-68A3-4CFF-81D9-87B1AD307127}" presName="txSpace" presStyleCnt="0"/>
      <dgm:spPr/>
    </dgm:pt>
    <dgm:pt modelId="{B39D1486-23FE-4EDC-9F89-631E92854286}" type="pres">
      <dgm:prSet presAssocID="{A5477C72-68A3-4CFF-81D9-87B1AD307127}" presName="desTx" presStyleLbl="revTx" presStyleIdx="3" presStyleCnt="6">
        <dgm:presLayoutVars/>
      </dgm:prSet>
      <dgm:spPr/>
    </dgm:pt>
    <dgm:pt modelId="{AF1DFE7B-7025-4C5C-8C48-7DBE48FE9F4B}" type="pres">
      <dgm:prSet presAssocID="{68ED2CCD-2ABA-4727-9535-96A958E63768}" presName="sibTrans" presStyleCnt="0"/>
      <dgm:spPr/>
    </dgm:pt>
    <dgm:pt modelId="{291BF8C4-537F-4291-A60E-8ACDA92E1DBE}" type="pres">
      <dgm:prSet presAssocID="{9A018547-60C4-470E-8D8D-20B4E52C0EC5}" presName="compNode" presStyleCnt="0"/>
      <dgm:spPr/>
    </dgm:pt>
    <dgm:pt modelId="{15B3AE17-1AF3-4F52-BD6F-AA4FE5201B57}" type="pres">
      <dgm:prSet presAssocID="{9A018547-60C4-470E-8D8D-20B4E52C0EC5}" presName="iconRect" presStyleLbl="node1" presStyleIdx="2" presStyleCnt="3"/>
      <dgm:spPr>
        <a:blipFill>
          <a:blip xmlns:r="http://schemas.openxmlformats.org/officeDocument/2006/relationships"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Web Design"/>
        </a:ext>
      </dgm:extLst>
    </dgm:pt>
    <dgm:pt modelId="{DB3D5700-C4DB-4B4A-8F4C-BCF71CB89902}" type="pres">
      <dgm:prSet presAssocID="{9A018547-60C4-470E-8D8D-20B4E52C0EC5}" presName="iconSpace" presStyleCnt="0"/>
      <dgm:spPr/>
    </dgm:pt>
    <dgm:pt modelId="{D67B82AC-38E7-48BE-8164-685FC650FD0F}" type="pres">
      <dgm:prSet presAssocID="{9A018547-60C4-470E-8D8D-20B4E52C0EC5}" presName="parTx" presStyleLbl="revTx" presStyleIdx="4" presStyleCnt="6">
        <dgm:presLayoutVars>
          <dgm:chMax val="0"/>
          <dgm:chPref val="0"/>
        </dgm:presLayoutVars>
      </dgm:prSet>
      <dgm:spPr/>
    </dgm:pt>
    <dgm:pt modelId="{18FC1E32-4758-4DCF-AFA6-82E8956BA056}" type="pres">
      <dgm:prSet presAssocID="{9A018547-60C4-470E-8D8D-20B4E52C0EC5}" presName="txSpace" presStyleCnt="0"/>
      <dgm:spPr/>
    </dgm:pt>
    <dgm:pt modelId="{000B057E-25CD-4964-A877-FBC437CB93AD}" type="pres">
      <dgm:prSet presAssocID="{9A018547-60C4-470E-8D8D-20B4E52C0EC5}" presName="desTx" presStyleLbl="revTx" presStyleIdx="5" presStyleCnt="6">
        <dgm:presLayoutVars/>
      </dgm:prSet>
      <dgm:spPr/>
    </dgm:pt>
  </dgm:ptLst>
  <dgm:cxnLst>
    <dgm:cxn modelId="{828E590E-E12D-A840-9C52-517DC8F69187}" type="presOf" srcId="{9A018547-60C4-470E-8D8D-20B4E52C0EC5}" destId="{D67B82AC-38E7-48BE-8164-685FC650FD0F}" srcOrd="0" destOrd="0" presId="urn:microsoft.com/office/officeart/2018/5/layout/CenteredIconLabelDescriptionList"/>
    <dgm:cxn modelId="{4F346D22-2281-42D9-9F8D-AA8FA3ED6079}" srcId="{7979ABE6-EA1B-4426-B8D6-AEDA77E55FC3}" destId="{A5477C72-68A3-4CFF-81D9-87B1AD307127}" srcOrd="1" destOrd="0" parTransId="{876B4A50-C4A4-4CEF-BE2C-640295E1B0B0}" sibTransId="{68ED2CCD-2ABA-4727-9535-96A958E63768}"/>
    <dgm:cxn modelId="{EA609C2A-65B5-4FCF-B999-AE9BC9C365AE}" srcId="{4B6F06D1-F545-4E3F-AC90-49B955228BEC}" destId="{26DA501A-F7C1-43DC-8969-615BCEFC716F}" srcOrd="0" destOrd="0" parTransId="{9DD0152F-03E7-4877-8973-E62CD6FEBA8B}" sibTransId="{6F83C7F6-4E74-4EFD-A750-BE0A110B9FA3}"/>
    <dgm:cxn modelId="{D3F34848-5D71-9D48-A1A4-2A6E0A06417C}" type="presOf" srcId="{A5477C72-68A3-4CFF-81D9-87B1AD307127}" destId="{152A254A-7D4A-459E-96C7-17AB5F67E0DA}" srcOrd="0" destOrd="0" presId="urn:microsoft.com/office/officeart/2018/5/layout/CenteredIconLabelDescriptionList"/>
    <dgm:cxn modelId="{EBB2A255-C7EC-4F98-8D1B-6391A509DE2A}" srcId="{7979ABE6-EA1B-4426-B8D6-AEDA77E55FC3}" destId="{9A018547-60C4-470E-8D8D-20B4E52C0EC5}" srcOrd="2" destOrd="0" parTransId="{5F5EE719-9B96-42DC-93AA-05A73F55305C}" sibTransId="{B1378C86-3A45-4DD0-B442-6CF0D1A6FBCB}"/>
    <dgm:cxn modelId="{0F50F285-D832-8545-ADBB-8144B43EF2CB}" type="presOf" srcId="{7979ABE6-EA1B-4426-B8D6-AEDA77E55FC3}" destId="{E22720DD-05C6-4E51-BAE6-C16C860A6AE8}" srcOrd="0" destOrd="0" presId="urn:microsoft.com/office/officeart/2018/5/layout/CenteredIconLabelDescriptionList"/>
    <dgm:cxn modelId="{895DCC88-2102-4605-8ED6-8445142CDA2C}" srcId="{7979ABE6-EA1B-4426-B8D6-AEDA77E55FC3}" destId="{4B6F06D1-F545-4E3F-AC90-49B955228BEC}" srcOrd="0" destOrd="0" parTransId="{BBD45F0E-FA3C-4241-88EE-1DC1C04917D1}" sibTransId="{5FEA99A5-8CA1-4D7A-8D67-CDA40291055C}"/>
    <dgm:cxn modelId="{A2283AD5-9773-934F-BF26-73A517961C75}" type="presOf" srcId="{4B6F06D1-F545-4E3F-AC90-49B955228BEC}" destId="{E7AD5A40-D786-4A66-B2D8-A7872E7DED9A}" srcOrd="0" destOrd="0" presId="urn:microsoft.com/office/officeart/2018/5/layout/CenteredIconLabelDescriptionList"/>
    <dgm:cxn modelId="{BE33AED8-47B5-C742-B671-E44CDF2D9DDF}" type="presOf" srcId="{26DA501A-F7C1-43DC-8969-615BCEFC716F}" destId="{0EF60DFB-5048-46CB-845E-A4AB22CBB503}" srcOrd="0" destOrd="0" presId="urn:microsoft.com/office/officeart/2018/5/layout/CenteredIconLabelDescriptionList"/>
    <dgm:cxn modelId="{ADEBFE1D-CE40-FD48-B1DC-5DE6E58AC4CA}" type="presParOf" srcId="{E22720DD-05C6-4E51-BAE6-C16C860A6AE8}" destId="{E1CFF22D-DF22-4067-8EBF-FE69C06B3C68}" srcOrd="0" destOrd="0" presId="urn:microsoft.com/office/officeart/2018/5/layout/CenteredIconLabelDescriptionList"/>
    <dgm:cxn modelId="{69B71DDF-8480-F64E-BFF0-E325E6CACA12}" type="presParOf" srcId="{E1CFF22D-DF22-4067-8EBF-FE69C06B3C68}" destId="{62B230F3-45D6-41FE-B916-108F1C6E49DA}" srcOrd="0" destOrd="0" presId="urn:microsoft.com/office/officeart/2018/5/layout/CenteredIconLabelDescriptionList"/>
    <dgm:cxn modelId="{4DC66B3B-C1DC-4148-B696-1508AF5E5767}" type="presParOf" srcId="{E1CFF22D-DF22-4067-8EBF-FE69C06B3C68}" destId="{205EE356-A271-43FC-9EB6-56A498E77611}" srcOrd="1" destOrd="0" presId="urn:microsoft.com/office/officeart/2018/5/layout/CenteredIconLabelDescriptionList"/>
    <dgm:cxn modelId="{52B3AF28-BD39-BF44-A14A-06EDC74DAF3D}" type="presParOf" srcId="{E1CFF22D-DF22-4067-8EBF-FE69C06B3C68}" destId="{E7AD5A40-D786-4A66-B2D8-A7872E7DED9A}" srcOrd="2" destOrd="0" presId="urn:microsoft.com/office/officeart/2018/5/layout/CenteredIconLabelDescriptionList"/>
    <dgm:cxn modelId="{CF90A7C6-24CC-E242-AC57-607A4AB0749B}" type="presParOf" srcId="{E1CFF22D-DF22-4067-8EBF-FE69C06B3C68}" destId="{D9C5DEBA-AFC8-4025-ABB2-88A9A09EBAD8}" srcOrd="3" destOrd="0" presId="urn:microsoft.com/office/officeart/2018/5/layout/CenteredIconLabelDescriptionList"/>
    <dgm:cxn modelId="{2C6B2DAB-462A-3943-B879-EA27963697CD}" type="presParOf" srcId="{E1CFF22D-DF22-4067-8EBF-FE69C06B3C68}" destId="{0EF60DFB-5048-46CB-845E-A4AB22CBB503}" srcOrd="4" destOrd="0" presId="urn:microsoft.com/office/officeart/2018/5/layout/CenteredIconLabelDescriptionList"/>
    <dgm:cxn modelId="{E9BEFF3A-A5B7-074F-8575-875A51025890}" type="presParOf" srcId="{E22720DD-05C6-4E51-BAE6-C16C860A6AE8}" destId="{424DD351-1D15-486A-B1EE-A761080945F8}" srcOrd="1" destOrd="0" presId="urn:microsoft.com/office/officeart/2018/5/layout/CenteredIconLabelDescriptionList"/>
    <dgm:cxn modelId="{7DE34B6E-9548-DF40-9F77-D94650339134}" type="presParOf" srcId="{E22720DD-05C6-4E51-BAE6-C16C860A6AE8}" destId="{5F3509F2-7B8C-4B1A-8031-6BEEBB18B414}" srcOrd="2" destOrd="0" presId="urn:microsoft.com/office/officeart/2018/5/layout/CenteredIconLabelDescriptionList"/>
    <dgm:cxn modelId="{8ECA614F-409E-3242-93ED-C7BCCE4C71D2}" type="presParOf" srcId="{5F3509F2-7B8C-4B1A-8031-6BEEBB18B414}" destId="{AF579611-1F25-4649-9831-825F42C8B7F0}" srcOrd="0" destOrd="0" presId="urn:microsoft.com/office/officeart/2018/5/layout/CenteredIconLabelDescriptionList"/>
    <dgm:cxn modelId="{C92046B7-5730-4C41-9678-087C1545138E}" type="presParOf" srcId="{5F3509F2-7B8C-4B1A-8031-6BEEBB18B414}" destId="{A9CD54D5-6215-4196-85AD-106899F41351}" srcOrd="1" destOrd="0" presId="urn:microsoft.com/office/officeart/2018/5/layout/CenteredIconLabelDescriptionList"/>
    <dgm:cxn modelId="{44ACE7B1-A656-8F41-9441-A10209DB2FBE}" type="presParOf" srcId="{5F3509F2-7B8C-4B1A-8031-6BEEBB18B414}" destId="{152A254A-7D4A-459E-96C7-17AB5F67E0DA}" srcOrd="2" destOrd="0" presId="urn:microsoft.com/office/officeart/2018/5/layout/CenteredIconLabelDescriptionList"/>
    <dgm:cxn modelId="{C3DCF369-10F5-4447-9A30-E2C587EA775A}" type="presParOf" srcId="{5F3509F2-7B8C-4B1A-8031-6BEEBB18B414}" destId="{E79AA8E1-577E-4207-9919-7D798B08C357}" srcOrd="3" destOrd="0" presId="urn:microsoft.com/office/officeart/2018/5/layout/CenteredIconLabelDescriptionList"/>
    <dgm:cxn modelId="{280A9CF5-2F40-BB4C-90DE-47463F2AF8B1}" type="presParOf" srcId="{5F3509F2-7B8C-4B1A-8031-6BEEBB18B414}" destId="{B39D1486-23FE-4EDC-9F89-631E92854286}" srcOrd="4" destOrd="0" presId="urn:microsoft.com/office/officeart/2018/5/layout/CenteredIconLabelDescriptionList"/>
    <dgm:cxn modelId="{56F86C7D-1BCA-7742-8F4D-A23875D0EC0E}" type="presParOf" srcId="{E22720DD-05C6-4E51-BAE6-C16C860A6AE8}" destId="{AF1DFE7B-7025-4C5C-8C48-7DBE48FE9F4B}" srcOrd="3" destOrd="0" presId="urn:microsoft.com/office/officeart/2018/5/layout/CenteredIconLabelDescriptionList"/>
    <dgm:cxn modelId="{34611262-2C4F-6A4C-9E41-32C8CAF5A341}" type="presParOf" srcId="{E22720DD-05C6-4E51-BAE6-C16C860A6AE8}" destId="{291BF8C4-537F-4291-A60E-8ACDA92E1DBE}" srcOrd="4" destOrd="0" presId="urn:microsoft.com/office/officeart/2018/5/layout/CenteredIconLabelDescriptionList"/>
    <dgm:cxn modelId="{E7396488-7F77-2A41-B171-62A0274DE431}" type="presParOf" srcId="{291BF8C4-537F-4291-A60E-8ACDA92E1DBE}" destId="{15B3AE17-1AF3-4F52-BD6F-AA4FE5201B57}" srcOrd="0" destOrd="0" presId="urn:microsoft.com/office/officeart/2018/5/layout/CenteredIconLabelDescriptionList"/>
    <dgm:cxn modelId="{D5AB7D55-481E-464E-BB32-ED8E9950B020}" type="presParOf" srcId="{291BF8C4-537F-4291-A60E-8ACDA92E1DBE}" destId="{DB3D5700-C4DB-4B4A-8F4C-BCF71CB89902}" srcOrd="1" destOrd="0" presId="urn:microsoft.com/office/officeart/2018/5/layout/CenteredIconLabelDescriptionList"/>
    <dgm:cxn modelId="{E6D39431-95F2-5943-A584-518D9D7CFE8F}" type="presParOf" srcId="{291BF8C4-537F-4291-A60E-8ACDA92E1DBE}" destId="{D67B82AC-38E7-48BE-8164-685FC650FD0F}" srcOrd="2" destOrd="0" presId="urn:microsoft.com/office/officeart/2018/5/layout/CenteredIconLabelDescriptionList"/>
    <dgm:cxn modelId="{07A17547-C726-3C45-8C2C-FC541EDC45E9}" type="presParOf" srcId="{291BF8C4-537F-4291-A60E-8ACDA92E1DBE}" destId="{18FC1E32-4758-4DCF-AFA6-82E8956BA056}" srcOrd="3" destOrd="0" presId="urn:microsoft.com/office/officeart/2018/5/layout/CenteredIconLabelDescriptionList"/>
    <dgm:cxn modelId="{22EFD521-67DC-C841-97ED-A32DA982875A}" type="presParOf" srcId="{291BF8C4-537F-4291-A60E-8ACDA92E1DBE}" destId="{000B057E-25CD-4964-A877-FBC437CB93AD}" srcOrd="4" destOrd="0" presId="urn:microsoft.com/office/officeart/2018/5/layout/CenteredIconLabelDescription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967D384-CB09-3149-A7D4-9AA74AE3401B}">
      <dsp:nvSpPr>
        <dsp:cNvPr id="0" name=""/>
        <dsp:cNvSpPr/>
      </dsp:nvSpPr>
      <dsp:spPr>
        <a:xfrm>
          <a:off x="2965" y="1146519"/>
          <a:ext cx="1782979" cy="576000"/>
        </a:xfrm>
        <a:prstGeom prst="rect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2240" tIns="81280" rIns="142240" bIns="8128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/>
            <a:t>简单工厂</a:t>
          </a:r>
        </a:p>
      </dsp:txBody>
      <dsp:txXfrm>
        <a:off x="2965" y="1146519"/>
        <a:ext cx="1782979" cy="576000"/>
      </dsp:txXfrm>
    </dsp:sp>
    <dsp:sp modelId="{1BBF8059-C08C-9D4A-9997-C2EB2329A722}">
      <dsp:nvSpPr>
        <dsp:cNvPr id="0" name=""/>
        <dsp:cNvSpPr/>
      </dsp:nvSpPr>
      <dsp:spPr>
        <a:xfrm>
          <a:off x="2965" y="1722519"/>
          <a:ext cx="1782979" cy="1482299"/>
        </a:xfrm>
        <a:prstGeom prst="rect">
          <a:avLst/>
        </a:prstGeom>
        <a:solidFill>
          <a:schemeClr val="dk2">
            <a:alpha val="90000"/>
            <a:tint val="4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dk2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42240" bIns="160020" numCol="1" spcCol="1270" anchor="t" anchorCtr="0">
          <a:noAutofit/>
        </a:bodyPr>
        <a:lstStyle/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000" kern="1200"/>
            <a:t>BeanFactory</a:t>
          </a:r>
        </a:p>
      </dsp:txBody>
      <dsp:txXfrm>
        <a:off x="2965" y="1722519"/>
        <a:ext cx="1782979" cy="1482299"/>
      </dsp:txXfrm>
    </dsp:sp>
    <dsp:sp modelId="{C6D35792-7A59-F840-AD55-7079BCDC9D8C}">
      <dsp:nvSpPr>
        <dsp:cNvPr id="0" name=""/>
        <dsp:cNvSpPr/>
      </dsp:nvSpPr>
      <dsp:spPr>
        <a:xfrm>
          <a:off x="2035561" y="1146519"/>
          <a:ext cx="1782979" cy="576000"/>
        </a:xfrm>
        <a:prstGeom prst="rect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2240" tIns="81280" rIns="142240" bIns="8128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/>
            <a:t>工厂模式</a:t>
          </a:r>
        </a:p>
      </dsp:txBody>
      <dsp:txXfrm>
        <a:off x="2035561" y="1146519"/>
        <a:ext cx="1782979" cy="576000"/>
      </dsp:txXfrm>
    </dsp:sp>
    <dsp:sp modelId="{B6B20EF0-C53E-C14D-A740-985BE4AFF0E7}">
      <dsp:nvSpPr>
        <dsp:cNvPr id="0" name=""/>
        <dsp:cNvSpPr/>
      </dsp:nvSpPr>
      <dsp:spPr>
        <a:xfrm>
          <a:off x="2035561" y="1722519"/>
          <a:ext cx="1782979" cy="1482299"/>
        </a:xfrm>
        <a:prstGeom prst="rect">
          <a:avLst/>
        </a:prstGeom>
        <a:solidFill>
          <a:schemeClr val="dk2">
            <a:alpha val="90000"/>
            <a:tint val="4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dk2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42240" bIns="160020" numCol="1" spcCol="1270" anchor="t" anchorCtr="0">
          <a:noAutofit/>
        </a:bodyPr>
        <a:lstStyle/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000" kern="1200"/>
            <a:t>FactoryBean</a:t>
          </a:r>
        </a:p>
      </dsp:txBody>
      <dsp:txXfrm>
        <a:off x="2035561" y="1722519"/>
        <a:ext cx="1782979" cy="1482299"/>
      </dsp:txXfrm>
    </dsp:sp>
    <dsp:sp modelId="{D076BCEF-0DAD-BB46-A0F2-7729B158C207}">
      <dsp:nvSpPr>
        <dsp:cNvPr id="0" name=""/>
        <dsp:cNvSpPr/>
      </dsp:nvSpPr>
      <dsp:spPr>
        <a:xfrm>
          <a:off x="4068158" y="1146519"/>
          <a:ext cx="1782979" cy="576000"/>
        </a:xfrm>
        <a:prstGeom prst="rect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2240" tIns="81280" rIns="142240" bIns="8128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/>
            <a:t>代理模式</a:t>
          </a:r>
        </a:p>
      </dsp:txBody>
      <dsp:txXfrm>
        <a:off x="4068158" y="1146519"/>
        <a:ext cx="1782979" cy="576000"/>
      </dsp:txXfrm>
    </dsp:sp>
    <dsp:sp modelId="{3CBCF33C-2970-AA47-A594-801F2DAD9145}">
      <dsp:nvSpPr>
        <dsp:cNvPr id="0" name=""/>
        <dsp:cNvSpPr/>
      </dsp:nvSpPr>
      <dsp:spPr>
        <a:xfrm>
          <a:off x="4068158" y="1722519"/>
          <a:ext cx="1782979" cy="1482299"/>
        </a:xfrm>
        <a:prstGeom prst="rect">
          <a:avLst/>
        </a:prstGeom>
        <a:solidFill>
          <a:schemeClr val="dk2">
            <a:alpha val="90000"/>
            <a:tint val="4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dk2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42240" bIns="160020" numCol="1" spcCol="1270" anchor="t" anchorCtr="0">
          <a:noAutofit/>
        </a:bodyPr>
        <a:lstStyle/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000" kern="1200"/>
            <a:t>AOP</a:t>
          </a:r>
          <a:r>
            <a:rPr lang="zh-CN" sz="2000" kern="1200"/>
            <a:t>底层，就是动态代理模式的实现。</a:t>
          </a:r>
          <a:endParaRPr lang="en-US" sz="2000" kern="1200"/>
        </a:p>
      </dsp:txBody>
      <dsp:txXfrm>
        <a:off x="4068158" y="1722519"/>
        <a:ext cx="1782979" cy="1482299"/>
      </dsp:txXfrm>
    </dsp:sp>
    <dsp:sp modelId="{8283BB38-B061-0C49-8900-474EBBCE9E02}">
      <dsp:nvSpPr>
        <dsp:cNvPr id="0" name=""/>
        <dsp:cNvSpPr/>
      </dsp:nvSpPr>
      <dsp:spPr>
        <a:xfrm>
          <a:off x="6100755" y="1146519"/>
          <a:ext cx="1782979" cy="576000"/>
        </a:xfrm>
        <a:prstGeom prst="rect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2240" tIns="81280" rIns="142240" bIns="8128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/>
            <a:t>单例模式</a:t>
          </a:r>
        </a:p>
      </dsp:txBody>
      <dsp:txXfrm>
        <a:off x="6100755" y="1146519"/>
        <a:ext cx="1782979" cy="576000"/>
      </dsp:txXfrm>
    </dsp:sp>
    <dsp:sp modelId="{77D92599-0B21-3C40-8EB1-015E04C3DE2D}">
      <dsp:nvSpPr>
        <dsp:cNvPr id="0" name=""/>
        <dsp:cNvSpPr/>
      </dsp:nvSpPr>
      <dsp:spPr>
        <a:xfrm>
          <a:off x="6100755" y="1722519"/>
          <a:ext cx="1782979" cy="1482299"/>
        </a:xfrm>
        <a:prstGeom prst="rect">
          <a:avLst/>
        </a:prstGeom>
        <a:solidFill>
          <a:schemeClr val="dk2">
            <a:alpha val="90000"/>
            <a:tint val="4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dk2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42240" bIns="160020" numCol="1" spcCol="1270" anchor="t" anchorCtr="0">
          <a:noAutofit/>
        </a:bodyPr>
        <a:lstStyle/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000" kern="1200"/>
            <a:t>Bean</a:t>
          </a:r>
          <a:r>
            <a:rPr lang="zh-CN" sz="2000" kern="1200"/>
            <a:t> 默认单例</a:t>
          </a:r>
          <a:endParaRPr lang="en-US" sz="2000" kern="1200"/>
        </a:p>
      </dsp:txBody>
      <dsp:txXfrm>
        <a:off x="6100755" y="1722519"/>
        <a:ext cx="1782979" cy="1482299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2B230F3-45D6-41FE-B916-108F1C6E49DA}">
      <dsp:nvSpPr>
        <dsp:cNvPr id="0" name=""/>
        <dsp:cNvSpPr/>
      </dsp:nvSpPr>
      <dsp:spPr>
        <a:xfrm>
          <a:off x="800349" y="1153021"/>
          <a:ext cx="854929" cy="854929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7AD5A40-D786-4A66-B2D8-A7872E7DED9A}">
      <dsp:nvSpPr>
        <dsp:cNvPr id="0" name=""/>
        <dsp:cNvSpPr/>
      </dsp:nvSpPr>
      <dsp:spPr>
        <a:xfrm>
          <a:off x="6486" y="2089081"/>
          <a:ext cx="2442656" cy="46944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1400" kern="1200"/>
            <a:t>MyBatis-Plus</a:t>
          </a:r>
          <a:r>
            <a:rPr lang="zh-CN" sz="1400" kern="1200"/>
            <a:t>：简化</a:t>
          </a:r>
          <a:r>
            <a:rPr lang="en-US" sz="1400" kern="1200"/>
            <a:t>dao</a:t>
          </a:r>
          <a:r>
            <a:rPr lang="zh-CN" sz="1400" kern="1200"/>
            <a:t>层代码的开发</a:t>
          </a:r>
          <a:endParaRPr lang="en-US" sz="1400" kern="1200"/>
        </a:p>
      </dsp:txBody>
      <dsp:txXfrm>
        <a:off x="6486" y="2089081"/>
        <a:ext cx="2442656" cy="469447"/>
      </dsp:txXfrm>
    </dsp:sp>
    <dsp:sp modelId="{0EF60DFB-5048-46CB-845E-A4AB22CBB503}">
      <dsp:nvSpPr>
        <dsp:cNvPr id="0" name=""/>
        <dsp:cNvSpPr/>
      </dsp:nvSpPr>
      <dsp:spPr>
        <a:xfrm>
          <a:off x="6486" y="2596265"/>
          <a:ext cx="2442656" cy="44351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4889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>
              <a:hlinkClick xmlns:r="http://schemas.openxmlformats.org/officeDocument/2006/relationships" r:id="rId3"/>
            </a:rPr>
            <a:t>https://baomidou.com</a:t>
          </a:r>
          <a:endParaRPr lang="en-US" sz="1100" kern="1200"/>
        </a:p>
      </dsp:txBody>
      <dsp:txXfrm>
        <a:off x="6486" y="2596265"/>
        <a:ext cx="2442656" cy="443518"/>
      </dsp:txXfrm>
    </dsp:sp>
    <dsp:sp modelId="{AF579611-1F25-4649-9831-825F42C8B7F0}">
      <dsp:nvSpPr>
        <dsp:cNvPr id="0" name=""/>
        <dsp:cNvSpPr/>
      </dsp:nvSpPr>
      <dsp:spPr>
        <a:xfrm>
          <a:off x="3670470" y="1153021"/>
          <a:ext cx="854929" cy="854929"/>
        </a:xfrm>
        <a:prstGeom prst="rect">
          <a:avLst/>
        </a:prstGeom>
        <a:blipFill>
          <a:blip xmlns:r="http://schemas.openxmlformats.org/officeDocument/2006/relationships"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52A254A-7D4A-459E-96C7-17AB5F67E0DA}">
      <dsp:nvSpPr>
        <dsp:cNvPr id="0" name=""/>
        <dsp:cNvSpPr/>
      </dsp:nvSpPr>
      <dsp:spPr>
        <a:xfrm>
          <a:off x="2876607" y="2089081"/>
          <a:ext cx="2442656" cy="46944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1400" kern="1200"/>
            <a:t>SpringBoot</a:t>
          </a:r>
          <a:r>
            <a:rPr lang="zh-CN" sz="1400" kern="1200"/>
            <a:t>：简化</a:t>
          </a:r>
          <a:r>
            <a:rPr lang="en-US" sz="1400" kern="1200"/>
            <a:t>SSM</a:t>
          </a:r>
          <a:r>
            <a:rPr lang="zh-CN" sz="1400" kern="1200"/>
            <a:t>框架的开发</a:t>
          </a:r>
          <a:endParaRPr lang="en-US" sz="1400" kern="1200"/>
        </a:p>
      </dsp:txBody>
      <dsp:txXfrm>
        <a:off x="2876607" y="2089081"/>
        <a:ext cx="2442656" cy="469447"/>
      </dsp:txXfrm>
    </dsp:sp>
    <dsp:sp modelId="{B39D1486-23FE-4EDC-9F89-631E92854286}">
      <dsp:nvSpPr>
        <dsp:cNvPr id="0" name=""/>
        <dsp:cNvSpPr/>
      </dsp:nvSpPr>
      <dsp:spPr>
        <a:xfrm>
          <a:off x="2876607" y="2596265"/>
          <a:ext cx="2442656" cy="44351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15B3AE17-1AF3-4F52-BD6F-AA4FE5201B57}">
      <dsp:nvSpPr>
        <dsp:cNvPr id="0" name=""/>
        <dsp:cNvSpPr/>
      </dsp:nvSpPr>
      <dsp:spPr>
        <a:xfrm>
          <a:off x="6540591" y="1153021"/>
          <a:ext cx="854929" cy="854929"/>
        </a:xfrm>
        <a:prstGeom prst="rect">
          <a:avLst/>
        </a:prstGeom>
        <a:blipFill>
          <a:blip xmlns:r="http://schemas.openxmlformats.org/officeDocument/2006/relationships"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67B82AC-38E7-48BE-8164-685FC650FD0F}">
      <dsp:nvSpPr>
        <dsp:cNvPr id="0" name=""/>
        <dsp:cNvSpPr/>
      </dsp:nvSpPr>
      <dsp:spPr>
        <a:xfrm>
          <a:off x="5746728" y="2089081"/>
          <a:ext cx="2442656" cy="46944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1400" kern="1200"/>
            <a:t>Curl</a:t>
          </a:r>
          <a:r>
            <a:rPr lang="zh-CN" sz="1400" kern="1200"/>
            <a:t>、</a:t>
          </a:r>
          <a:r>
            <a:rPr lang="en-US" sz="1400" kern="1200"/>
            <a:t>Apifox</a:t>
          </a:r>
          <a:r>
            <a:rPr lang="zh-CN" sz="1400" kern="1200"/>
            <a:t> 、</a:t>
          </a:r>
          <a:r>
            <a:rPr lang="en-US" sz="1400" kern="1200"/>
            <a:t>Postman</a:t>
          </a:r>
          <a:r>
            <a:rPr lang="zh-CN" sz="1400" kern="1200"/>
            <a:t>、</a:t>
          </a:r>
          <a:r>
            <a:rPr lang="en-US" sz="1400" kern="1200"/>
            <a:t>Json-server</a:t>
          </a:r>
          <a:r>
            <a:rPr lang="zh-CN" sz="1400" kern="1200"/>
            <a:t>等工具的使用</a:t>
          </a:r>
          <a:endParaRPr lang="en-US" sz="1400" kern="1200"/>
        </a:p>
      </dsp:txBody>
      <dsp:txXfrm>
        <a:off x="5746728" y="2089081"/>
        <a:ext cx="2442656" cy="469447"/>
      </dsp:txXfrm>
    </dsp:sp>
    <dsp:sp modelId="{000B057E-25CD-4964-A877-FBC437CB93AD}">
      <dsp:nvSpPr>
        <dsp:cNvPr id="0" name=""/>
        <dsp:cNvSpPr/>
      </dsp:nvSpPr>
      <dsp:spPr>
        <a:xfrm>
          <a:off x="5746728" y="2596265"/>
          <a:ext cx="2442656" cy="44351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List1">
  <dgm:title val=""/>
  <dgm:desc val=""/>
  <dgm:catLst>
    <dgm:cat type="list" pri="5000"/>
    <dgm:cat type="convert" pri="5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w" for="des" forName="parTx"/>
      <dgm:constr type="h" for="des" forName="parTx" op="equ"/>
      <dgm:constr type="w" for="des" forName="desTx"/>
      <dgm:constr type="h" for="des" forName="desTx" op="equ"/>
      <dgm:constr type="primFontSz" for="des" forName="parTx" val="65"/>
      <dgm:constr type="secFontSz" for="des" forName="desTx" refType="primFontSz" refFor="des" refForName="parTx" op="equ"/>
      <dgm:constr type="h" for="des" forName="parTx" refType="primFontSz" refFor="des" refForName="parTx" fact="0.8"/>
      <dgm:constr type="h" for="des" forName="desTx" refType="primFontSz" refFor="des" refForName="parTx" fact="1.22"/>
      <dgm:constr type="w" for="ch" forName="space" refType="w" refFor="ch" refForName="composite" op="equ" fact="0.14"/>
    </dgm:constrLst>
    <dgm:ruleLst>
      <dgm:rule type="w" for="ch" forName="composite" val="0" fact="NaN" max="NaN"/>
      <dgm:rule type="primFontSz" for="des" forName="parTx" val="5" fact="NaN" max="NaN"/>
    </dgm:ruleLst>
    <dgm:forEach name="Name4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onstrLst>
          <dgm:constr type="l" for="ch" forName="parTx"/>
          <dgm:constr type="w" for="ch" forName="parTx" refType="w"/>
          <dgm:constr type="t" for="ch" forName="parTx"/>
          <dgm:constr type="l" for="ch" forName="desTx"/>
          <dgm:constr type="w" for="ch" forName="desTx" refType="w" refFor="ch" refForName="parTx"/>
          <dgm:constr type="t" for="ch" forName="desTx" refType="h" refFor="ch" refForName="parTx"/>
        </dgm:constrLst>
        <dgm:ruleLst>
          <dgm:rule type="h" val="INF" fact="NaN" max="NaN"/>
        </dgm:ruleLst>
        <dgm:layoutNode name="parTx" styleLbl="alignNode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>
            <dgm:adjLst/>
          </dgm:shape>
          <dgm:presOf axis="self" ptType="node"/>
          <dgm:constrLst>
            <dgm:constr type="h" refType="w" op="lte" fact="0.4"/>
            <dgm:constr type="h"/>
            <dgm:constr type="tMarg" refType="primFontSz" fact="0.32"/>
            <dgm:constr type="bMarg" refType="primFontSz" fact="0.32"/>
          </dgm:constrLst>
          <dgm:ruleLst>
            <dgm:rule type="h" val="INF" fact="NaN" max="NaN"/>
          </dgm:ruleLst>
        </dgm:layoutNode>
        <dgm:layoutNode name="desTx" styleLbl="alignAccFollowNode1">
          <dgm:varLst>
            <dgm:bulletEnabled val="1"/>
          </dgm:varLst>
          <dgm:alg type="tx">
            <dgm:param type="stBulletLvl" val="1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val="65"/>
            <dgm:constr type="primFontSz" refType="secFontSz"/>
            <dgm:constr type="h"/>
            <dgm:constr type="lMarg" refType="primFontSz" fact="0.42"/>
            <dgm:constr type="tMarg" refType="primFontSz" fact="0.42"/>
            <dgm:constr type="bMarg" refType="primFontSz" fact="0.63"/>
          </dgm:constrLst>
          <dgm:ruleLst>
            <dgm:rule type="h" val="INF" fact="NaN" max="NaN"/>
          </dgm:ruleLst>
        </dgm:layoutNode>
      </dgm:layoutNode>
      <dgm:forEach name="Name5" axis="followSib" ptType="sibTrans" cnt="1">
        <dgm:layoutNode name="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8/5/layout/CenteredIconLabelDescriptionList">
  <dgm:title val="Centered Icon Label Description List"/>
  <dgm:desc val="Use to show non-sequential or grouped chunks of information. The placeholder holds an icon or small picture, and corresponding text boxes show Level 1 and Level 2 text respectively. Works well for minimal Level 1 text accompanied by lengthier Level two text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/>
      </dgm:if>
      <dgm:else name="Name2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Node" refType="h" fact="0.45"/>
      <dgm:constr type="w" for="ch" forName="compNode" val="120"/>
      <dgm:constr type="w" for="ch" forName="sibTrans" refType="w" refFor="ch" refForName="compNode" fact="0.175"/>
      <dgm:constr type="primFontSz" for="des" forName="parTx" val="36"/>
      <dgm:constr type="primFontSz" for="des" forName="desTx" refType="primFontSz" refFor="des" refForName="parTx" op="lte" fact="0.75"/>
      <dgm:constr type="h" for="des" forName="compNode" op="equ"/>
      <dgm:constr type="h" for="des" forName="iconRect" op="equ"/>
      <dgm:constr type="w" for="des" forName="iconRect" op="equ"/>
      <dgm:constr type="h" for="des" forName="iconSpace" op="equ"/>
      <dgm:constr type="h" for="des" forName="parTx" op="equ"/>
      <dgm:constr type="h" for="des" forName="txSpace" op="equ"/>
      <dgm:constr type="h" for="des" forName="desTx" op="equ"/>
    </dgm:constrLst>
    <dgm:ruleLst>
      <dgm:rule type="w" for="ch" forName="compNode" val="0" fact="NaN" max="NaN"/>
    </dgm:ruleLst>
    <dgm:forEach name="Name3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35"/>
          <dgm:constr type="h" for="ch" forName="iconRect" refType="w" refFor="ch" refForName="iconRect"/>
          <dgm:constr type="ctrX" for="ch" forName="iconRect" refType="w" fact="0.5"/>
          <dgm:constr type="t" for="ch" forName="iconRect"/>
          <dgm:constr type="w" for="ch" forName="iconSpace" refType="w"/>
          <dgm:constr type="h" for="ch" forName="iconSpace" refType="h" fact="0.043"/>
          <dgm:constr type="l" for="ch" forName="iconSpace"/>
          <dgm:constr type="t" for="ch" forName="iconSpace" refType="b" refFor="ch" refForName="iconRect"/>
          <dgm:constr type="w" for="ch" forName="parTx" refType="w"/>
          <dgm:constr type="h" for="ch" forName="parTx" refType="w" fact="0.15"/>
          <dgm:constr type="l" for="ch" forName="parTx"/>
          <dgm:constr type="t" for="ch" forName="parTx" refType="b" refFor="ch" refForName="iconSpace"/>
          <dgm:constr type="h" for="ch" forName="txSpace" refType="h" fact="0.02"/>
          <dgm:constr type="w" for="ch" forName="txSpace" refType="w"/>
          <dgm:constr type="l" for="ch" forName="txSpace"/>
          <dgm:constr type="t" for="ch" forName="txSpace" refType="b" refFor="ch" refForName="parTx"/>
          <dgm:constr type="w" for="ch" forName="desTx" refType="w"/>
          <dgm:constr type="l" for="ch" forName="desTx"/>
          <dgm:constr type="t" for="ch" forName="desTx" refType="b" refFor="ch" refForName="txSpace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icon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4" fact="NaN" max="NaN"/>
            <dgm:rule type="h" val="INF" fact="NaN" max="NaN"/>
          </dgm:ruleLst>
        </dgm:layoutNode>
        <dgm:layoutNode name="tx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desTx" styleLbl="revTx">
          <dgm:varLst/>
          <dgm:alg type="tx">
            <dgm:param type="stBulletLvl" val="0"/>
            <dgm:param type="txAnchorVert" val="t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refType="primFontSz"/>
            <dgm:constr type="lMarg"/>
            <dgm:constr type="rMarg"/>
            <dgm:constr type="tMarg"/>
            <dgm:constr type="bMarg"/>
          </dgm:constrLst>
          <dgm:ruleLst>
            <dgm:rule type="primFontSz" val="NaN" fact="NaN" max="17"/>
            <dgm:rule type="h" val="INF" fact="NaN" max="NaN"/>
          </dgm:ruleLst>
        </dgm:layoutNode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b="1"/>
        </a:lvl1pPr>
        <a:lvl2pPr>
          <a:lnSpc>
            <a:spcPct val="100000"/>
          </a:lnSpc>
        </a:lvl2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2F6D5A3-465E-E946-B67B-A7DA11CB92D8}" type="datetimeFigureOut">
              <a:rPr lang="en-CN" smtClean="0"/>
              <a:t>4/18/24</a:t>
            </a:fld>
            <a:endParaRPr lang="en-C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C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21307BC-D318-DE4B-8CA0-D80BADC0112E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240228190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21307BC-D318-DE4B-8CA0-D80BADC0112E}" type="slidenum">
              <a:rPr lang="en-CN" smtClean="0"/>
              <a:t>2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356912746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1</a:t>
            </a:r>
            <a:r>
              <a:rPr lang="zh-CN" altLang="en-US" dirty="0"/>
              <a:t>，知道</a:t>
            </a:r>
            <a:r>
              <a:rPr lang="en-US" dirty="0" err="1"/>
              <a:t>springmvc</a:t>
            </a:r>
            <a:r>
              <a:rPr lang="zh-CN" altLang="en-US" dirty="0"/>
              <a:t>的核心组件：</a:t>
            </a:r>
            <a:r>
              <a:rPr lang="en-US" dirty="0"/>
              <a:t>dispatchServlet，handlermapping，controller，modelAndView，ViewResolver</a:t>
            </a:r>
          </a:p>
          <a:p>
            <a:r>
              <a:rPr lang="en-US" altLang="zh-CN" dirty="0"/>
              <a:t>2</a:t>
            </a:r>
            <a:r>
              <a:rPr lang="zh-CN" altLang="en-US" dirty="0"/>
              <a:t>，分为三个阶段：初始化，匹配，执行</a:t>
            </a:r>
          </a:p>
          <a:p>
            <a:r>
              <a:rPr lang="en-US" altLang="zh-CN" dirty="0"/>
              <a:t>3</a:t>
            </a:r>
            <a:r>
              <a:rPr lang="zh-CN" altLang="en-US" dirty="0"/>
              <a:t>，初始化开始：初始化</a:t>
            </a:r>
            <a:r>
              <a:rPr lang="en-US" dirty="0"/>
              <a:t>spring</a:t>
            </a:r>
            <a:r>
              <a:rPr lang="zh-CN" altLang="en-US" dirty="0"/>
              <a:t>容器也就是我们的</a:t>
            </a:r>
            <a:r>
              <a:rPr lang="en-US" dirty="0"/>
              <a:t>context，</a:t>
            </a:r>
            <a:r>
              <a:rPr lang="zh-CN" altLang="en-US" dirty="0"/>
              <a:t>之所以称之为容器是因为它包含了多个类（</a:t>
            </a:r>
            <a:r>
              <a:rPr lang="en-US" dirty="0" err="1"/>
              <a:t>handlermapping，handleradapter</a:t>
            </a:r>
            <a:r>
              <a:rPr lang="zh-CN" altLang="en-US" dirty="0"/>
              <a:t>等）</a:t>
            </a:r>
          </a:p>
          <a:p>
            <a:r>
              <a:rPr lang="en-US" altLang="zh-CN" dirty="0"/>
              <a:t>4</a:t>
            </a:r>
            <a:r>
              <a:rPr lang="zh-CN" altLang="en-US" dirty="0"/>
              <a:t>，初始化</a:t>
            </a:r>
            <a:r>
              <a:rPr lang="en-US" dirty="0"/>
              <a:t>spring</a:t>
            </a:r>
            <a:r>
              <a:rPr lang="zh-CN" altLang="en-US" dirty="0"/>
              <a:t>容器初始化是由</a:t>
            </a:r>
            <a:r>
              <a:rPr lang="en-US" dirty="0"/>
              <a:t>web</a:t>
            </a:r>
            <a:r>
              <a:rPr lang="zh-CN" altLang="en-US" dirty="0"/>
              <a:t>容器完成，使用</a:t>
            </a:r>
            <a:r>
              <a:rPr lang="en-US" dirty="0" err="1"/>
              <a:t>init</a:t>
            </a:r>
            <a:r>
              <a:rPr lang="zh-CN" altLang="en-US" dirty="0"/>
              <a:t>从而调用</a:t>
            </a:r>
            <a:r>
              <a:rPr lang="en-US" dirty="0"/>
              <a:t>context</a:t>
            </a:r>
            <a:r>
              <a:rPr lang="zh-CN" altLang="en-US" dirty="0"/>
              <a:t>的</a:t>
            </a:r>
            <a:r>
              <a:rPr lang="en-US" dirty="0"/>
              <a:t>refresh</a:t>
            </a:r>
          </a:p>
          <a:p>
            <a:r>
              <a:rPr lang="en-US" altLang="zh-CN" dirty="0"/>
              <a:t>5</a:t>
            </a:r>
            <a:r>
              <a:rPr lang="zh-CN" altLang="en-US" dirty="0"/>
              <a:t>，</a:t>
            </a:r>
            <a:r>
              <a:rPr lang="en-US" dirty="0"/>
              <a:t>web</a:t>
            </a:r>
            <a:r>
              <a:rPr lang="zh-CN" altLang="en-US" dirty="0"/>
              <a:t>容器存有</a:t>
            </a:r>
            <a:r>
              <a:rPr lang="en-US" dirty="0"/>
              <a:t>spring</a:t>
            </a:r>
            <a:r>
              <a:rPr lang="zh-CN" altLang="en-US" dirty="0"/>
              <a:t>容器中类的副本</a:t>
            </a:r>
          </a:p>
          <a:p>
            <a:r>
              <a:rPr lang="en-US" altLang="zh-CN" dirty="0"/>
              <a:t>6</a:t>
            </a:r>
            <a:r>
              <a:rPr lang="zh-CN" altLang="en-US" dirty="0"/>
              <a:t>，</a:t>
            </a:r>
            <a:r>
              <a:rPr lang="en-US" dirty="0"/>
              <a:t>spring</a:t>
            </a:r>
            <a:r>
              <a:rPr lang="zh-CN" altLang="en-US" dirty="0"/>
              <a:t>容器中的同种类通常有多个</a:t>
            </a:r>
          </a:p>
          <a:p>
            <a:r>
              <a:rPr lang="en-US" altLang="zh-CN" dirty="0"/>
              <a:t>7</a:t>
            </a:r>
            <a:r>
              <a:rPr lang="zh-CN" altLang="en-US" dirty="0"/>
              <a:t>，匹配阶段的开始：路径</a:t>
            </a:r>
            <a:r>
              <a:rPr lang="en-US" dirty="0" err="1"/>
              <a:t>uri</a:t>
            </a:r>
            <a:r>
              <a:rPr lang="zh-CN" altLang="en-US" dirty="0"/>
              <a:t>会找到对应的</a:t>
            </a:r>
            <a:r>
              <a:rPr lang="en-US" dirty="0" err="1"/>
              <a:t>handlermethod</a:t>
            </a:r>
            <a:r>
              <a:rPr lang="zh-CN" altLang="en-US" dirty="0"/>
              <a:t>对象。</a:t>
            </a:r>
          </a:p>
          <a:p>
            <a:r>
              <a:rPr lang="en-US" altLang="zh-CN" dirty="0"/>
              <a:t>8</a:t>
            </a:r>
            <a:r>
              <a:rPr lang="zh-CN" altLang="en-US" dirty="0"/>
              <a:t>，</a:t>
            </a:r>
            <a:r>
              <a:rPr lang="en-US" dirty="0" err="1"/>
              <a:t>handlermethod</a:t>
            </a:r>
            <a:r>
              <a:rPr lang="zh-CN" altLang="en-US" dirty="0"/>
              <a:t>对象包含了</a:t>
            </a:r>
            <a:r>
              <a:rPr lang="en-US" dirty="0"/>
              <a:t>bean</a:t>
            </a:r>
            <a:r>
              <a:rPr lang="zh-CN" altLang="en-US" dirty="0"/>
              <a:t>与对应的</a:t>
            </a:r>
            <a:r>
              <a:rPr lang="en-US" dirty="0"/>
              <a:t>method</a:t>
            </a:r>
          </a:p>
          <a:p>
            <a:r>
              <a:rPr lang="en-US" altLang="zh-CN" dirty="0"/>
              <a:t>9</a:t>
            </a:r>
            <a:r>
              <a:rPr lang="zh-CN" altLang="en-US" dirty="0"/>
              <a:t>，在</a:t>
            </a:r>
            <a:r>
              <a:rPr lang="en-US" dirty="0"/>
              <a:t>controller</a:t>
            </a:r>
            <a:r>
              <a:rPr lang="zh-CN" altLang="en-US" dirty="0"/>
              <a:t>当中对应的方法注解</a:t>
            </a:r>
            <a:r>
              <a:rPr lang="en-US" altLang="zh-CN" dirty="0"/>
              <a:t>@</a:t>
            </a:r>
            <a:r>
              <a:rPr lang="en-US" dirty="0" err="1"/>
              <a:t>RequestMapping</a:t>
            </a:r>
            <a:r>
              <a:rPr lang="en-US" dirty="0"/>
              <a:t>（“</a:t>
            </a:r>
            <a:r>
              <a:rPr lang="en-US" dirty="0" err="1"/>
              <a:t>uri</a:t>
            </a:r>
            <a:r>
              <a:rPr lang="en-US" dirty="0"/>
              <a:t>”）</a:t>
            </a:r>
            <a:r>
              <a:rPr lang="zh-CN" altLang="en-US" dirty="0"/>
              <a:t>即可让</a:t>
            </a:r>
            <a:r>
              <a:rPr lang="en-US" dirty="0" err="1"/>
              <a:t>uri</a:t>
            </a:r>
            <a:r>
              <a:rPr lang="zh-CN" altLang="en-US" dirty="0"/>
              <a:t>找到对应的</a:t>
            </a:r>
            <a:r>
              <a:rPr lang="en-US" dirty="0" err="1"/>
              <a:t>handlermethod</a:t>
            </a:r>
            <a:r>
              <a:rPr lang="zh-CN" altLang="en-US" dirty="0"/>
              <a:t>对象</a:t>
            </a:r>
          </a:p>
          <a:p>
            <a:r>
              <a:rPr lang="en-US" altLang="zh-CN" dirty="0"/>
              <a:t>10</a:t>
            </a:r>
            <a:r>
              <a:rPr lang="zh-CN" altLang="en-US" dirty="0"/>
              <a:t>，</a:t>
            </a:r>
            <a:r>
              <a:rPr lang="en-US" dirty="0" err="1"/>
              <a:t>handlermapping</a:t>
            </a:r>
            <a:r>
              <a:rPr lang="zh-CN" altLang="en-US" dirty="0"/>
              <a:t>找到对应的</a:t>
            </a:r>
            <a:r>
              <a:rPr lang="en-US" dirty="0" err="1"/>
              <a:t>handlermethod</a:t>
            </a:r>
            <a:r>
              <a:rPr lang="zh-CN" altLang="en-US" dirty="0"/>
              <a:t>之后会将其与</a:t>
            </a:r>
            <a:r>
              <a:rPr lang="en-US" dirty="0" err="1"/>
              <a:t>handlerinterceptor</a:t>
            </a:r>
            <a:r>
              <a:rPr lang="zh-CN" altLang="en-US" dirty="0"/>
              <a:t>一起封装成</a:t>
            </a:r>
            <a:r>
              <a:rPr lang="en-US" dirty="0" err="1"/>
              <a:t>handlerexcutionchain</a:t>
            </a:r>
            <a:r>
              <a:rPr lang="zh-CN" altLang="en-US" dirty="0"/>
              <a:t>并返回给</a:t>
            </a:r>
            <a:r>
              <a:rPr lang="en-US" dirty="0" err="1"/>
              <a:t>dispatchServlet（web</a:t>
            </a:r>
            <a:r>
              <a:rPr lang="zh-CN" altLang="en-US" dirty="0"/>
              <a:t>容器中）</a:t>
            </a:r>
          </a:p>
          <a:p>
            <a:r>
              <a:rPr lang="en-US" altLang="zh-CN" dirty="0"/>
              <a:t>11</a:t>
            </a:r>
            <a:r>
              <a:rPr lang="zh-CN" altLang="en-US" dirty="0"/>
              <a:t>，匹配结束：遍历</a:t>
            </a:r>
            <a:r>
              <a:rPr lang="en-US" dirty="0" err="1"/>
              <a:t>HandlerAdapter</a:t>
            </a:r>
            <a:r>
              <a:rPr lang="en-US" dirty="0"/>
              <a:t>，</a:t>
            </a:r>
            <a:r>
              <a:rPr lang="zh-CN" altLang="en-US" dirty="0"/>
              <a:t>使用</a:t>
            </a:r>
            <a:r>
              <a:rPr lang="en-US" dirty="0"/>
              <a:t>support</a:t>
            </a:r>
            <a:r>
              <a:rPr lang="zh-CN" altLang="en-US" dirty="0"/>
              <a:t>方法与</a:t>
            </a:r>
            <a:r>
              <a:rPr lang="en-US" dirty="0" err="1"/>
              <a:t>handlerExecutionChain</a:t>
            </a:r>
            <a:r>
              <a:rPr lang="zh-CN" altLang="en-US" dirty="0"/>
              <a:t>相匹配。</a:t>
            </a:r>
          </a:p>
          <a:p>
            <a:r>
              <a:rPr lang="en-US" altLang="zh-CN" dirty="0"/>
              <a:t>12</a:t>
            </a:r>
            <a:r>
              <a:rPr lang="zh-CN" altLang="en-US" dirty="0"/>
              <a:t>，执行开始：</a:t>
            </a:r>
            <a:r>
              <a:rPr lang="en-US" dirty="0" err="1"/>
              <a:t>handlerAdapter</a:t>
            </a:r>
            <a:r>
              <a:rPr lang="zh-CN" altLang="en-US" dirty="0"/>
              <a:t>尝试调用执行</a:t>
            </a:r>
            <a:r>
              <a:rPr lang="en-US" dirty="0" err="1"/>
              <a:t>handlerExecutionchain</a:t>
            </a:r>
            <a:r>
              <a:rPr lang="zh-CN" altLang="en-US" dirty="0"/>
              <a:t>中的方法（本质是</a:t>
            </a:r>
            <a:r>
              <a:rPr lang="en-US" dirty="0"/>
              <a:t>controller</a:t>
            </a:r>
            <a:r>
              <a:rPr lang="zh-CN" altLang="en-US" dirty="0"/>
              <a:t>的方法）</a:t>
            </a:r>
          </a:p>
          <a:p>
            <a:r>
              <a:rPr lang="en-US" altLang="zh-CN" dirty="0"/>
              <a:t>13</a:t>
            </a:r>
            <a:r>
              <a:rPr lang="zh-CN" altLang="en-US" dirty="0"/>
              <a:t>，</a:t>
            </a:r>
            <a:r>
              <a:rPr lang="en-US" dirty="0" err="1"/>
              <a:t>handlerinterceptor</a:t>
            </a:r>
            <a:r>
              <a:rPr lang="zh-CN" altLang="en-US" dirty="0"/>
              <a:t>对其阻拦，调用</a:t>
            </a:r>
            <a:r>
              <a:rPr lang="en-US" dirty="0" err="1"/>
              <a:t>prehandle</a:t>
            </a:r>
            <a:r>
              <a:rPr lang="zh-CN" altLang="en-US" dirty="0"/>
              <a:t>方法</a:t>
            </a:r>
          </a:p>
          <a:p>
            <a:r>
              <a:rPr lang="en-US" altLang="zh-CN" dirty="0"/>
              <a:t>14</a:t>
            </a:r>
            <a:r>
              <a:rPr lang="zh-CN" altLang="en-US" dirty="0"/>
              <a:t>，</a:t>
            </a:r>
            <a:r>
              <a:rPr lang="en-US" dirty="0"/>
              <a:t>method</a:t>
            </a:r>
            <a:r>
              <a:rPr lang="zh-CN" altLang="en-US" dirty="0"/>
              <a:t>执行没有异常则：如下</a:t>
            </a:r>
          </a:p>
          <a:p>
            <a:r>
              <a:rPr lang="en-US" altLang="zh-CN" dirty="0"/>
              <a:t>15</a:t>
            </a:r>
            <a:r>
              <a:rPr lang="zh-CN" altLang="en-US" dirty="0"/>
              <a:t>，</a:t>
            </a:r>
            <a:r>
              <a:rPr lang="en-US" dirty="0"/>
              <a:t>method</a:t>
            </a:r>
            <a:r>
              <a:rPr lang="zh-CN" altLang="en-US" dirty="0"/>
              <a:t>执行完毕返回</a:t>
            </a:r>
            <a:r>
              <a:rPr lang="en-US" dirty="0" err="1"/>
              <a:t>modelandview</a:t>
            </a:r>
            <a:endParaRPr lang="en-US" dirty="0"/>
          </a:p>
          <a:p>
            <a:r>
              <a:rPr lang="en-US" altLang="zh-CN" dirty="0"/>
              <a:t>16</a:t>
            </a:r>
            <a:r>
              <a:rPr lang="zh-CN" altLang="en-US" dirty="0"/>
              <a:t>，执行拦截器</a:t>
            </a:r>
            <a:r>
              <a:rPr lang="en-US" dirty="0" err="1"/>
              <a:t>posthandle</a:t>
            </a:r>
            <a:r>
              <a:rPr lang="en-US" dirty="0"/>
              <a:t>（</a:t>
            </a:r>
            <a:r>
              <a:rPr lang="zh-CN" altLang="en-US" dirty="0"/>
              <a:t>与</a:t>
            </a:r>
            <a:r>
              <a:rPr lang="en-US" dirty="0" err="1"/>
              <a:t>prehandle</a:t>
            </a:r>
            <a:r>
              <a:rPr lang="zh-CN" altLang="en-US" dirty="0"/>
              <a:t>相反的拦截器触发次序）</a:t>
            </a:r>
          </a:p>
          <a:p>
            <a:r>
              <a:rPr lang="en-US" altLang="zh-CN" dirty="0"/>
              <a:t>17</a:t>
            </a:r>
            <a:r>
              <a:rPr lang="zh-CN" altLang="en-US" dirty="0"/>
              <a:t>，</a:t>
            </a:r>
            <a:r>
              <a:rPr lang="en-US" dirty="0" err="1"/>
              <a:t>viewResovler</a:t>
            </a:r>
            <a:r>
              <a:rPr lang="zh-CN" altLang="en-US" dirty="0"/>
              <a:t>解析</a:t>
            </a:r>
            <a:r>
              <a:rPr lang="en-US" dirty="0"/>
              <a:t>view，</a:t>
            </a:r>
            <a:r>
              <a:rPr lang="zh-CN" altLang="en-US" dirty="0"/>
              <a:t>返回视图（</a:t>
            </a:r>
            <a:r>
              <a:rPr lang="en-US" dirty="0" err="1"/>
              <a:t>jsp</a:t>
            </a:r>
            <a:r>
              <a:rPr lang="zh-CN" altLang="en-US" dirty="0"/>
              <a:t>或者另一个目标</a:t>
            </a:r>
            <a:r>
              <a:rPr lang="en-US" dirty="0" err="1"/>
              <a:t>uri</a:t>
            </a:r>
            <a:r>
              <a:rPr lang="en-US" dirty="0"/>
              <a:t>）</a:t>
            </a:r>
          </a:p>
          <a:p>
            <a:r>
              <a:rPr lang="en-US" altLang="zh-CN" dirty="0"/>
              <a:t>18</a:t>
            </a:r>
            <a:r>
              <a:rPr lang="zh-CN" altLang="en-US" dirty="0"/>
              <a:t>，</a:t>
            </a:r>
            <a:r>
              <a:rPr lang="en-US" dirty="0"/>
              <a:t>method</a:t>
            </a:r>
            <a:r>
              <a:rPr lang="zh-CN" altLang="en-US" dirty="0"/>
              <a:t>执行有异常则：如下</a:t>
            </a:r>
          </a:p>
          <a:p>
            <a:r>
              <a:rPr lang="en-US" altLang="zh-CN" dirty="0"/>
              <a:t>19</a:t>
            </a:r>
            <a:r>
              <a:rPr lang="zh-CN" altLang="en-US" dirty="0"/>
              <a:t>，</a:t>
            </a:r>
            <a:r>
              <a:rPr lang="en-US" dirty="0"/>
              <a:t>method</a:t>
            </a:r>
            <a:r>
              <a:rPr lang="zh-CN" altLang="en-US" dirty="0"/>
              <a:t>退出并返回一个</a:t>
            </a:r>
            <a:r>
              <a:rPr lang="en-US" dirty="0"/>
              <a:t>exception</a:t>
            </a:r>
          </a:p>
          <a:p>
            <a:r>
              <a:rPr lang="en-US" altLang="zh-CN" dirty="0"/>
              <a:t>20</a:t>
            </a:r>
            <a:r>
              <a:rPr lang="zh-CN" altLang="en-US" dirty="0"/>
              <a:t>，</a:t>
            </a:r>
            <a:r>
              <a:rPr lang="en-US" dirty="0"/>
              <a:t>web</a:t>
            </a:r>
            <a:r>
              <a:rPr lang="zh-CN" altLang="en-US" dirty="0"/>
              <a:t>容器</a:t>
            </a:r>
            <a:r>
              <a:rPr lang="en-US" dirty="0" err="1"/>
              <a:t>dispatchServlet</a:t>
            </a:r>
            <a:r>
              <a:rPr lang="zh-CN" altLang="en-US" dirty="0"/>
              <a:t>当中的</a:t>
            </a:r>
            <a:r>
              <a:rPr lang="en-US" dirty="0" err="1"/>
              <a:t>handlerExceptionresovler</a:t>
            </a:r>
            <a:r>
              <a:rPr lang="zh-CN" altLang="en-US" dirty="0"/>
              <a:t>处理</a:t>
            </a:r>
          </a:p>
          <a:p>
            <a:r>
              <a:rPr lang="en-US" altLang="zh-CN" dirty="0"/>
              <a:t>21</a:t>
            </a:r>
            <a:r>
              <a:rPr lang="zh-CN" altLang="en-US" dirty="0"/>
              <a:t>，无论异常与否都将执行拦截器的</a:t>
            </a:r>
            <a:r>
              <a:rPr lang="en-US" dirty="0" err="1"/>
              <a:t>aftercomletion</a:t>
            </a:r>
            <a:r>
              <a:rPr lang="en-US" dirty="0"/>
              <a:t>（</a:t>
            </a:r>
            <a:r>
              <a:rPr lang="zh-CN" altLang="en-US" dirty="0"/>
              <a:t>反序）</a:t>
            </a:r>
          </a:p>
          <a:p>
            <a:endParaRPr lang="en-C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21307BC-D318-DE4B-8CA0-D80BADC0112E}" type="slidenum">
              <a:rPr lang="en-CN" smtClean="0"/>
              <a:t>5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165614823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endParaRPr lang="zh-CN" altLang="en-US" b="0" i="0" dirty="0">
              <a:effectLst/>
              <a:highlight>
                <a:srgbClr val="FFFFFF"/>
              </a:highlight>
              <a:latin typeface="Roboto" panose="02000000000000000000" pitchFamily="2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21307BC-D318-DE4B-8CA0-D80BADC0112E}" type="slidenum">
              <a:rPr lang="en-CN" smtClean="0"/>
              <a:t>13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55246116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97BCBE-A2DD-2248-8676-657FEEB74689}" type="datetimeFigureOut">
              <a:rPr lang="en-US" smtClean="0"/>
              <a:t>4/18/24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ECF37-3CC2-C74D-A5F5-BBEAD8F9A4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592590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97BCBE-A2DD-2248-8676-657FEEB74689}" type="datetimeFigureOut">
              <a:rPr lang="en-US" smtClean="0"/>
              <a:t>4/18/24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ECF37-3CC2-C74D-A5F5-BBEAD8F9A4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751880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97BCBE-A2DD-2248-8676-657FEEB74689}" type="datetimeFigureOut">
              <a:rPr lang="en-US" smtClean="0"/>
              <a:t>4/18/24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ECF37-3CC2-C74D-A5F5-BBEAD8F9A4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42359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97BCBE-A2DD-2248-8676-657FEEB74689}" type="datetimeFigureOut">
              <a:rPr lang="en-US" smtClean="0"/>
              <a:t>4/18/24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ECF37-3CC2-C74D-A5F5-BBEAD8F9A4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347506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97BCBE-A2DD-2248-8676-657FEEB74689}" type="datetimeFigureOut">
              <a:rPr lang="en-US" smtClean="0"/>
              <a:t>4/18/24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ECF37-3CC2-C74D-A5F5-BBEAD8F9A4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560457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97BCBE-A2DD-2248-8676-657FEEB74689}" type="datetimeFigureOut">
              <a:rPr lang="en-US" smtClean="0"/>
              <a:t>4/18/24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ECF37-3CC2-C74D-A5F5-BBEAD8F9A4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810576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97BCBE-A2DD-2248-8676-657FEEB74689}" type="datetimeFigureOut">
              <a:rPr lang="en-US" smtClean="0"/>
              <a:t>4/18/24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ECF37-3CC2-C74D-A5F5-BBEAD8F9A4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53784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97BCBE-A2DD-2248-8676-657FEEB74689}" type="datetimeFigureOut">
              <a:rPr lang="en-US" smtClean="0"/>
              <a:t>4/18/24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ECF37-3CC2-C74D-A5F5-BBEAD8F9A4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5772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97BCBE-A2DD-2248-8676-657FEEB74689}" type="datetimeFigureOut">
              <a:rPr lang="en-US" smtClean="0"/>
              <a:t>4/18/24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ECF37-3CC2-C74D-A5F5-BBEAD8F9A4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20893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97BCBE-A2DD-2248-8676-657FEEB74689}" type="datetimeFigureOut">
              <a:rPr lang="en-US" smtClean="0"/>
              <a:t>4/18/24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ECF37-3CC2-C74D-A5F5-BBEAD8F9A4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92842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97BCBE-A2DD-2248-8676-657FEEB74689}" type="datetimeFigureOut">
              <a:rPr lang="en-US" smtClean="0"/>
              <a:t>4/18/24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ECF37-3CC2-C74D-A5F5-BBEAD8F9A4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87211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897BCBE-A2DD-2248-8676-657FEEB74689}" type="datetimeFigureOut">
              <a:rPr lang="en-US" smtClean="0"/>
              <a:t>4/18/24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58ECF37-3CC2-C74D-A5F5-BBEAD8F9A4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534706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8" Type="http://schemas.microsoft.com/office/2007/relationships/diagramDrawing" Target="../diagrams/drawing1.xml"/><Relationship Id="rId3" Type="http://schemas.openxmlformats.org/officeDocument/2006/relationships/image" Target="../media/image2.jpeg"/><Relationship Id="rId7" Type="http://schemas.openxmlformats.org/officeDocument/2006/relationships/diagramColors" Target="../diagrams/colors1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diagramQuickStyle" Target="../diagrams/quickStyle1.xml"/><Relationship Id="rId5" Type="http://schemas.openxmlformats.org/officeDocument/2006/relationships/diagramLayout" Target="../diagrams/layout1.xml"/><Relationship Id="rId4" Type="http://schemas.openxmlformats.org/officeDocument/2006/relationships/diagramData" Target="../diagrams/data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9" name="Picture 44" descr="岩石上的大西洋海雀">
            <a:extLst>
              <a:ext uri="{FF2B5EF4-FFF2-40B4-BE49-F238E27FC236}">
                <a16:creationId xmlns:a16="http://schemas.microsoft.com/office/drawing/2014/main" id="{960B7875-BD52-79D9-519D-32369491BB88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alphaModFix/>
          </a:blip>
          <a:srcRect l="11000" r="-1" b="-1"/>
          <a:stretch/>
        </p:blipFill>
        <p:spPr>
          <a:xfrm>
            <a:off x="20" y="10"/>
            <a:ext cx="9143979" cy="6857990"/>
          </a:xfrm>
          <a:prstGeom prst="rect">
            <a:avLst/>
          </a:prstGeom>
        </p:spPr>
      </p:pic>
      <p:sp>
        <p:nvSpPr>
          <p:cNvPr id="60" name="Rectangle 48">
            <a:extLst>
              <a:ext uri="{FF2B5EF4-FFF2-40B4-BE49-F238E27FC236}">
                <a16:creationId xmlns:a16="http://schemas.microsoft.com/office/drawing/2014/main" id="{EB0222B5-B739-82A9-5CCC-C5585AE12A6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2819465" y="-2819458"/>
            <a:ext cx="3512260" cy="9151192"/>
          </a:xfrm>
          <a:prstGeom prst="rect">
            <a:avLst/>
          </a:prstGeom>
          <a:gradFill flip="none" rotWithShape="1">
            <a:gsLst>
              <a:gs pos="10000">
                <a:srgbClr val="000000">
                  <a:alpha val="0"/>
                </a:srgbClr>
              </a:gs>
              <a:gs pos="66000">
                <a:srgbClr val="000000">
                  <a:alpha val="46000"/>
                </a:srgbClr>
              </a:gs>
              <a:gs pos="100000">
                <a:srgbClr val="000000">
                  <a:alpha val="60000"/>
                </a:srgbClr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11927F9-FCBE-D241-A76B-3D5996E091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1500" y="1137434"/>
            <a:ext cx="5850495" cy="1520987"/>
          </a:xfrm>
        </p:spPr>
        <p:txBody>
          <a:bodyPr vert="horz" lIns="91440" tIns="45720" rIns="91440" bIns="45720" rtlCol="0" anchor="t">
            <a:noAutofit/>
          </a:bodyPr>
          <a:lstStyle/>
          <a:p>
            <a:pPr algn="l" defTabSz="914400">
              <a:lnSpc>
                <a:spcPct val="90000"/>
              </a:lnSpc>
            </a:pPr>
            <a:r>
              <a:rPr lang="en-US" sz="4800" dirty="0">
                <a:solidFill>
                  <a:srgbClr val="FFFFFF"/>
                </a:solidFill>
              </a:rPr>
              <a:t>第</a:t>
            </a:r>
            <a:r>
              <a:rPr lang="en-US" altLang="zh-CN" sz="4800" dirty="0">
                <a:solidFill>
                  <a:srgbClr val="FFFFFF"/>
                </a:solidFill>
              </a:rPr>
              <a:t>16</a:t>
            </a:r>
            <a:r>
              <a:rPr lang="zh-CN" altLang="en-US" sz="4800" dirty="0">
                <a:solidFill>
                  <a:srgbClr val="FFFFFF"/>
                </a:solidFill>
              </a:rPr>
              <a:t>章 </a:t>
            </a:r>
            <a:r>
              <a:rPr lang="en-US" sz="4800" dirty="0" err="1">
                <a:solidFill>
                  <a:srgbClr val="FFFFFF"/>
                </a:solidFill>
              </a:rPr>
              <a:t>课程总结</a:t>
            </a:r>
            <a:endParaRPr lang="en-US" sz="4800" dirty="0">
              <a:solidFill>
                <a:srgbClr val="FFFFFF"/>
              </a:solidFill>
            </a:endParaRPr>
          </a:p>
        </p:txBody>
      </p:sp>
      <p:sp>
        <p:nvSpPr>
          <p:cNvPr id="61" name="Rectangle 50">
            <a:extLst>
              <a:ext uri="{FF2B5EF4-FFF2-40B4-BE49-F238E27FC236}">
                <a16:creationId xmlns:a16="http://schemas.microsoft.com/office/drawing/2014/main" id="{5BE23E75-E7E9-4D9F-6D25-5512363F86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3355769" y="1075816"/>
            <a:ext cx="2425271" cy="9151191"/>
          </a:xfrm>
          <a:prstGeom prst="rect">
            <a:avLst/>
          </a:prstGeom>
          <a:gradFill flip="none" rotWithShape="1">
            <a:gsLst>
              <a:gs pos="10000">
                <a:srgbClr val="000000">
                  <a:alpha val="0"/>
                </a:srgbClr>
              </a:gs>
              <a:gs pos="66000">
                <a:srgbClr val="000000">
                  <a:alpha val="35000"/>
                </a:srgbClr>
              </a:gs>
              <a:gs pos="100000">
                <a:srgbClr val="000000">
                  <a:alpha val="45000"/>
                </a:srgbClr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2" name="Straight Connector 52">
            <a:extLst>
              <a:ext uri="{FF2B5EF4-FFF2-40B4-BE49-F238E27FC236}">
                <a16:creationId xmlns:a16="http://schemas.microsoft.com/office/drawing/2014/main" id="{61B115DB-65EB-3FC3-7284-CFDF4ADC60B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648855" y="871146"/>
            <a:ext cx="552704" cy="0"/>
          </a:xfrm>
          <a:prstGeom prst="line">
            <a:avLst/>
          </a:prstGeom>
          <a:ln w="571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073512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Picture 18">
            <a:extLst>
              <a:ext uri="{FF2B5EF4-FFF2-40B4-BE49-F238E27FC236}">
                <a16:creationId xmlns:a16="http://schemas.microsoft.com/office/drawing/2014/main" id="{3F6A73D2-AC50-2CE5-9216-D8399D50DED8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schemeClr val="bg2">
                <a:shade val="45000"/>
                <a:satMod val="135000"/>
              </a:schemeClr>
              <a:prstClr val="white"/>
            </a:duotone>
          </a:blip>
          <a:srcRect l="9993" r="1006" b="-1"/>
          <a:stretch/>
        </p:blipFill>
        <p:spPr>
          <a:xfrm>
            <a:off x="20" y="365125"/>
            <a:ext cx="9143980" cy="6857990"/>
          </a:xfrm>
          <a:prstGeom prst="rect">
            <a:avLst/>
          </a:prstGeom>
        </p:spPr>
      </p:pic>
      <p:sp>
        <p:nvSpPr>
          <p:cNvPr id="23" name="Rectangle 22">
            <a:extLst>
              <a:ext uri="{FF2B5EF4-FFF2-40B4-BE49-F238E27FC236}">
                <a16:creationId xmlns:a16="http://schemas.microsoft.com/office/drawing/2014/main" id="{B50AB553-2A96-4A92-96F2-93548E0969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gradFill>
            <a:gsLst>
              <a:gs pos="10000">
                <a:schemeClr val="bg2">
                  <a:alpha val="68000"/>
                </a:schemeClr>
              </a:gs>
              <a:gs pos="85000">
                <a:schemeClr val="bg2">
                  <a:alpha val="97000"/>
                </a:scheme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9C34E22-D28D-6143-9006-541CB8F915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</p:spPr>
        <p:txBody>
          <a:bodyPr>
            <a:normAutofit/>
          </a:bodyPr>
          <a:lstStyle/>
          <a:p>
            <a:r>
              <a:rPr lang="en-CN"/>
              <a:t>Spring</a:t>
            </a:r>
            <a:r>
              <a:rPr lang="zh-CN" altLang="en-US"/>
              <a:t>中的常见设计模式</a:t>
            </a:r>
            <a:endParaRPr lang="en-CN"/>
          </a:p>
        </p:txBody>
      </p:sp>
      <p:graphicFrame>
        <p:nvGraphicFramePr>
          <p:cNvPr id="17" name="Content Placeholder 2">
            <a:extLst>
              <a:ext uri="{FF2B5EF4-FFF2-40B4-BE49-F238E27FC236}">
                <a16:creationId xmlns:a16="http://schemas.microsoft.com/office/drawing/2014/main" id="{39FA52D9-E2F8-ECD5-9EB6-4B00401A26A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56239304"/>
              </p:ext>
            </p:extLst>
          </p:nvPr>
        </p:nvGraphicFramePr>
        <p:xfrm>
          <a:off x="628650" y="1825625"/>
          <a:ext cx="78867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4" r:lo="rId5" r:qs="rId6" r:cs="rId7"/>
          </a:graphicData>
        </a:graphic>
      </p:graphicFrame>
    </p:spTree>
    <p:extLst>
      <p:ext uri="{BB962C8B-B14F-4D97-AF65-F5344CB8AC3E}">
        <p14:creationId xmlns:p14="http://schemas.microsoft.com/office/powerpoint/2010/main" val="350874136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5E61B2C-E967-4949-7BC8-9B44FEE559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Spring</a:t>
            </a:r>
            <a:r>
              <a:rPr kumimoji="1" lang="zh-CN" altLang="en-US" dirty="0"/>
              <a:t>中的</a:t>
            </a:r>
            <a:r>
              <a:rPr kumimoji="1" lang="en-US" altLang="zh-CN" dirty="0"/>
              <a:t>bean</a:t>
            </a:r>
            <a:r>
              <a:rPr kumimoji="1" lang="zh-CN" altLang="en-US" dirty="0"/>
              <a:t>默认单例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B9BDAEA6-50F0-3BBD-814C-A7E09CE9F6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417639"/>
            <a:ext cx="9144000" cy="2451554"/>
          </a:xfrm>
          <a:prstGeom prst="rect">
            <a:avLst/>
          </a:prstGeom>
        </p:spPr>
      </p:pic>
      <p:sp>
        <p:nvSpPr>
          <p:cNvPr id="5" name="文本框 4">
            <a:extLst>
              <a:ext uri="{FF2B5EF4-FFF2-40B4-BE49-F238E27FC236}">
                <a16:creationId xmlns:a16="http://schemas.microsoft.com/office/drawing/2014/main" id="{841DFB87-4C6F-666B-2F54-0DD4F2CE9EAF}"/>
              </a:ext>
            </a:extLst>
          </p:cNvPr>
          <p:cNvSpPr txBox="1"/>
          <p:nvPr/>
        </p:nvSpPr>
        <p:spPr>
          <a:xfrm>
            <a:off x="118772" y="4637315"/>
            <a:ext cx="902522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zh-CN" altLang="en-US" sz="2000" dirty="0"/>
              <a:t>单例线程不安全，请</a:t>
            </a:r>
            <a:r>
              <a:rPr lang="zh-CN" altLang="en-US" sz="2000" b="1" i="0" dirty="0">
                <a:solidFill>
                  <a:srgbClr val="4D4D4D"/>
                </a:solidFill>
                <a:effectLst/>
                <a:highlight>
                  <a:srgbClr val="FFFFFF"/>
                </a:highlight>
                <a:latin typeface="-apple-system"/>
              </a:rPr>
              <a:t>不要使用非静态的成员变量，否则会发生数据逻辑混乱。</a:t>
            </a:r>
            <a:endParaRPr kumimoji="1" lang="zh-CN" altLang="en-US" sz="2000" dirty="0"/>
          </a:p>
        </p:txBody>
      </p:sp>
    </p:spTree>
    <p:extLst>
      <p:ext uri="{BB962C8B-B14F-4D97-AF65-F5344CB8AC3E}">
        <p14:creationId xmlns:p14="http://schemas.microsoft.com/office/powerpoint/2010/main" val="336385259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5AE6776-C37A-9D64-E268-337189C2CE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dirty="0"/>
              <a:t>不要写</a:t>
            </a:r>
            <a:r>
              <a:rPr kumimoji="1" lang="en-US" altLang="zh-CN" dirty="0"/>
              <a:t>✍️</a:t>
            </a:r>
            <a:r>
              <a:rPr kumimoji="1" lang="zh-CN" altLang="en-US" dirty="0"/>
              <a:t>这种代码</a:t>
            </a:r>
          </a:p>
        </p:txBody>
      </p:sp>
      <p:pic>
        <p:nvPicPr>
          <p:cNvPr id="4" name="内容占位符 3">
            <a:extLst>
              <a:ext uri="{FF2B5EF4-FFF2-40B4-BE49-F238E27FC236}">
                <a16:creationId xmlns:a16="http://schemas.microsoft.com/office/drawing/2014/main" id="{57F73EB1-0D3B-293F-3AAD-4231D644E86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57200" y="1417638"/>
            <a:ext cx="4787900" cy="4495800"/>
          </a:xfrm>
          <a:prstGeom prst="rect">
            <a:avLst/>
          </a:prstGeom>
        </p:spPr>
      </p:pic>
      <p:sp>
        <p:nvSpPr>
          <p:cNvPr id="6" name="文本框 5">
            <a:extLst>
              <a:ext uri="{FF2B5EF4-FFF2-40B4-BE49-F238E27FC236}">
                <a16:creationId xmlns:a16="http://schemas.microsoft.com/office/drawing/2014/main" id="{BE6F78C3-EC49-53EB-4A00-965AED20C635}"/>
              </a:ext>
            </a:extLst>
          </p:cNvPr>
          <p:cNvSpPr txBox="1"/>
          <p:nvPr/>
        </p:nvSpPr>
        <p:spPr>
          <a:xfrm>
            <a:off x="5394960" y="1812612"/>
            <a:ext cx="374904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b="0" i="0" dirty="0">
                <a:solidFill>
                  <a:srgbClr val="4D4D4D"/>
                </a:solidFill>
                <a:effectLst/>
                <a:highlight>
                  <a:srgbClr val="FFFFFF"/>
                </a:highlight>
                <a:latin typeface="-apple-system"/>
              </a:rPr>
              <a:t>首先访问 </a:t>
            </a:r>
            <a:r>
              <a:rPr lang="en-US" altLang="zh-CN" dirty="0"/>
              <a:t>http://localhost:8080/</a:t>
            </a:r>
            <a:r>
              <a:rPr lang="en-US" altLang="zh-CN" dirty="0" err="1"/>
              <a:t>testScope</a:t>
            </a:r>
            <a:r>
              <a:rPr lang="zh-CN" altLang="en-US" b="0" i="0" dirty="0">
                <a:solidFill>
                  <a:srgbClr val="4D4D4D"/>
                </a:solidFill>
                <a:effectLst/>
                <a:highlight>
                  <a:srgbClr val="FFFFFF"/>
                </a:highlight>
                <a:latin typeface="-apple-system"/>
              </a:rPr>
              <a:t>，得到的答案是</a:t>
            </a:r>
            <a:r>
              <a:rPr lang="en-US" altLang="zh-CN" dirty="0"/>
              <a:t>1</a:t>
            </a:r>
            <a:r>
              <a:rPr lang="zh-CN" altLang="en-US" b="0" i="0" dirty="0">
                <a:solidFill>
                  <a:srgbClr val="4D4D4D"/>
                </a:solidFill>
                <a:effectLst/>
                <a:highlight>
                  <a:srgbClr val="FFFFFF"/>
                </a:highlight>
                <a:latin typeface="-apple-system"/>
              </a:rPr>
              <a:t>；</a:t>
            </a:r>
            <a:endParaRPr lang="zh-CN" altLang="en-US" dirty="0"/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D3A67E7F-77D2-DAA8-F9A1-4FC1057E4642}"/>
              </a:ext>
            </a:extLst>
          </p:cNvPr>
          <p:cNvSpPr txBox="1"/>
          <p:nvPr/>
        </p:nvSpPr>
        <p:spPr>
          <a:xfrm>
            <a:off x="5394960" y="3130916"/>
            <a:ext cx="374904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b="0" i="0" dirty="0">
                <a:solidFill>
                  <a:srgbClr val="4D4D4D"/>
                </a:solidFill>
                <a:effectLst/>
                <a:highlight>
                  <a:srgbClr val="FFFFFF"/>
                </a:highlight>
                <a:latin typeface="-apple-system"/>
              </a:rPr>
              <a:t>然后我们再访问 </a:t>
            </a:r>
            <a:r>
              <a:rPr lang="en-US" altLang="zh-CN" dirty="0"/>
              <a:t>http://localhost:8080/testScope2</a:t>
            </a:r>
            <a:r>
              <a:rPr lang="zh-CN" altLang="en-US" b="0" i="0" dirty="0">
                <a:solidFill>
                  <a:srgbClr val="4D4D4D"/>
                </a:solidFill>
                <a:effectLst/>
                <a:highlight>
                  <a:srgbClr val="FFFFFF"/>
                </a:highlight>
                <a:latin typeface="-apple-system"/>
              </a:rPr>
              <a:t>，得到的答案是 </a:t>
            </a:r>
            <a:r>
              <a:rPr lang="en-US" altLang="zh-CN" dirty="0"/>
              <a:t>2</a:t>
            </a:r>
            <a:r>
              <a:rPr lang="zh-CN" altLang="en-US" b="0" i="0" dirty="0">
                <a:solidFill>
                  <a:srgbClr val="4D4D4D"/>
                </a:solidFill>
                <a:effectLst/>
                <a:highlight>
                  <a:srgbClr val="FFFFFF"/>
                </a:highlight>
                <a:latin typeface="-apple-system"/>
              </a:rPr>
              <a:t>。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34668546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28649" y="291090"/>
            <a:ext cx="7886699" cy="932688"/>
          </a:xfrm>
        </p:spPr>
        <p:txBody>
          <a:bodyPr>
            <a:normAutofit/>
          </a:bodyPr>
          <a:lstStyle/>
          <a:p>
            <a:r>
              <a:rPr lang="en-US" sz="4700" dirty="0" err="1"/>
              <a:t>Spring</a:t>
            </a:r>
            <a:r>
              <a:rPr lang="en-US" altLang="zh-CN" sz="4700" dirty="0" err="1"/>
              <a:t>MVC</a:t>
            </a:r>
            <a:r>
              <a:rPr lang="zh-CN" altLang="en-US" sz="4700" dirty="0"/>
              <a:t> 运行流程</a:t>
            </a:r>
            <a:endParaRPr lang="en-US" sz="47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ED7C501-51B9-A64B-8E5C-C50A4F1C180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695449"/>
            <a:ext cx="9144001" cy="42884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222653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CA6270-EB56-A642-935F-885D7C682C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N" dirty="0"/>
              <a:t>SpringMVC</a:t>
            </a:r>
            <a:r>
              <a:rPr lang="zh-CN" altLang="en-US" dirty="0"/>
              <a:t> 执行流程</a:t>
            </a:r>
            <a:endParaRPr lang="en-C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A937B3-3FFD-654C-853F-F3E7809154C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N" dirty="0"/>
              <a:t>初始化阶段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29FCD2B-D4AE-154B-942C-7D78134133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2178995"/>
            <a:ext cx="9151779" cy="39471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852573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05D46F-C1F8-8544-8C05-9CCA0C45BC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B844B3-2B87-FC4C-B7B6-B9EE3E27A9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N" dirty="0"/>
              <a:t>匹配阶段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97F3033-AC4F-5641-90B3-8B9F51ABB4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324358"/>
            <a:ext cx="9144000" cy="41671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199921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9FC3EA-0C76-8E48-8D1F-EC3A55350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B59A91-39C6-114E-8640-31C776BF61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CN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E314E72-C6B0-3041-A492-AA64CB7610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247427"/>
            <a:ext cx="9144000" cy="40612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598916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4BC12D-8E45-9F48-910B-1DC08E5E60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1BD46A-1117-3041-B8E1-5C5BD0C0F2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N" dirty="0"/>
              <a:t>执行阶段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DFF8D2D-758C-0143-9FD4-5E8551406F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256154"/>
            <a:ext cx="9144000" cy="40525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071209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10B6AE-53F4-6D4D-9D8A-6C3ECC0903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74AC4B-E4B1-704C-87D6-AB010B81C71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CN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0791DEF-40DD-8A4A-B9EA-E68DB3B8EC1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274833"/>
            <a:ext cx="9144000" cy="43085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422200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4" name="Rectangle 23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" y="0"/>
            <a:ext cx="9143999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6096642" y="0"/>
            <a:ext cx="3047358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3783777" y="-3783778"/>
            <a:ext cx="1576446" cy="9144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90A8758-2328-324F-A837-5F7F089CD5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8697" y="348865"/>
            <a:ext cx="7533018" cy="877729"/>
          </a:xfrm>
        </p:spPr>
        <p:txBody>
          <a:bodyPr anchor="ctr">
            <a:normAutofit/>
          </a:bodyPr>
          <a:lstStyle/>
          <a:p>
            <a:r>
              <a:rPr lang="zh-CN" altLang="en-US" sz="3500">
                <a:solidFill>
                  <a:srgbClr val="FFFFFF"/>
                </a:solidFill>
              </a:rPr>
              <a:t>开发工具</a:t>
            </a:r>
            <a:r>
              <a:rPr lang="en-US" altLang="zh-CN" sz="3500">
                <a:solidFill>
                  <a:srgbClr val="FFFFFF"/>
                </a:solidFill>
              </a:rPr>
              <a:t>🔧</a:t>
            </a:r>
            <a:endParaRPr lang="en-CN" sz="3500">
              <a:solidFill>
                <a:srgbClr val="FFFFFF"/>
              </a:solidFill>
            </a:endParaRP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5C083AF3-A11C-DB96-9548-B1E3381DBAE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34179214"/>
              </p:ext>
            </p:extLst>
          </p:nvPr>
        </p:nvGraphicFramePr>
        <p:xfrm>
          <a:off x="483042" y="2112579"/>
          <a:ext cx="8195871" cy="41928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43124391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907EF6B7-1338-4443-8C46-6A318D952D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286" y="0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DAAE4CDD-124C-4DCF-9584-B6033B545D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3125454" cy="6858000"/>
          </a:xfrm>
          <a:custGeom>
            <a:avLst/>
            <a:gdLst>
              <a:gd name="connsiteX0" fmla="*/ 0 w 4167271"/>
              <a:gd name="connsiteY0" fmla="*/ 0 h 6858000"/>
              <a:gd name="connsiteX1" fmla="*/ 2259550 w 4167271"/>
              <a:gd name="connsiteY1" fmla="*/ 0 h 6858000"/>
              <a:gd name="connsiteX2" fmla="*/ 2387803 w 4167271"/>
              <a:gd name="connsiteY2" fmla="*/ 82222 h 6858000"/>
              <a:gd name="connsiteX3" fmla="*/ 4167271 w 4167271"/>
              <a:gd name="connsiteY3" fmla="*/ 3429000 h 6858000"/>
              <a:gd name="connsiteX4" fmla="*/ 2387803 w 4167271"/>
              <a:gd name="connsiteY4" fmla="*/ 6775779 h 6858000"/>
              <a:gd name="connsiteX5" fmla="*/ 2259550 w 4167271"/>
              <a:gd name="connsiteY5" fmla="*/ 6858000 h 6858000"/>
              <a:gd name="connsiteX6" fmla="*/ 0 w 4167271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167271" h="6858000">
                <a:moveTo>
                  <a:pt x="0" y="0"/>
                </a:moveTo>
                <a:lnTo>
                  <a:pt x="2259550" y="0"/>
                </a:lnTo>
                <a:lnTo>
                  <a:pt x="2387803" y="82222"/>
                </a:lnTo>
                <a:cubicBezTo>
                  <a:pt x="3461407" y="807534"/>
                  <a:pt x="4167271" y="2035835"/>
                  <a:pt x="4167271" y="3429000"/>
                </a:cubicBezTo>
                <a:cubicBezTo>
                  <a:pt x="4167271" y="4822165"/>
                  <a:pt x="3461407" y="6050467"/>
                  <a:pt x="2387803" y="6775779"/>
                </a:cubicBezTo>
                <a:lnTo>
                  <a:pt x="2259550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3A864386-192D-76D0-504C-51390CD710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5125" y="1153572"/>
            <a:ext cx="2400300" cy="4461163"/>
          </a:xfrm>
        </p:spPr>
        <p:txBody>
          <a:bodyPr>
            <a:normAutofit/>
          </a:bodyPr>
          <a:lstStyle/>
          <a:p>
            <a:r>
              <a:rPr kumimoji="1" lang="zh-CN" altLang="en-US">
                <a:solidFill>
                  <a:srgbClr val="FFFFFF"/>
                </a:solidFill>
              </a:rPr>
              <a:t>项目部署</a:t>
            </a:r>
          </a:p>
        </p:txBody>
      </p:sp>
      <p:sp>
        <p:nvSpPr>
          <p:cNvPr id="12" name="Arc 11">
            <a:extLst>
              <a:ext uri="{FF2B5EF4-FFF2-40B4-BE49-F238E27FC236}">
                <a16:creationId xmlns:a16="http://schemas.microsoft.com/office/drawing/2014/main" id="{081E4A58-353D-44AE-B2FC-2A74E2E400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5662801" y="2455479"/>
            <a:ext cx="3062575" cy="4083433"/>
          </a:xfrm>
          <a:prstGeom prst="arc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35371F8-2FCF-48B7-F94D-114557ED3D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35481" y="591344"/>
            <a:ext cx="5179868" cy="5585619"/>
          </a:xfrm>
        </p:spPr>
        <p:txBody>
          <a:bodyPr anchor="ctr">
            <a:normAutofit/>
          </a:bodyPr>
          <a:lstStyle/>
          <a:p>
            <a:pPr>
              <a:lnSpc>
                <a:spcPct val="90000"/>
              </a:lnSpc>
            </a:pPr>
            <a:r>
              <a:rPr kumimoji="1" lang="zh-CN" altLang="en-US" sz="3000"/>
              <a:t>前后端分离项目：前端可以部署在</a:t>
            </a:r>
            <a:r>
              <a:rPr kumimoji="1" lang="en-US" altLang="zh-CN" sz="3000"/>
              <a:t>Web</a:t>
            </a:r>
            <a:r>
              <a:rPr kumimoji="1" lang="zh-CN" altLang="en-US" sz="3000"/>
              <a:t>服务器</a:t>
            </a:r>
            <a:r>
              <a:rPr kumimoji="1" lang="en-US" altLang="zh-CN" sz="3000"/>
              <a:t>Nginx</a:t>
            </a:r>
            <a:r>
              <a:rPr kumimoji="1" lang="zh-CN" altLang="en-US" sz="3000"/>
              <a:t>上，后端部署在</a:t>
            </a:r>
            <a:r>
              <a:rPr kumimoji="1" lang="en-US" altLang="zh-CN" sz="3000"/>
              <a:t>Tomcat</a:t>
            </a:r>
            <a:r>
              <a:rPr kumimoji="1" lang="zh-CN" altLang="en-US" sz="3000"/>
              <a:t>上；也可以把静态文件夹放到后端项目当作静态</a:t>
            </a:r>
            <a:r>
              <a:rPr kumimoji="1" lang="en-US" altLang="zh-CN" sz="3000"/>
              <a:t>resource</a:t>
            </a:r>
            <a:r>
              <a:rPr kumimoji="1" lang="zh-CN" altLang="en-US" sz="3000"/>
              <a:t>下然后整体打包直接部署在</a:t>
            </a:r>
            <a:r>
              <a:rPr kumimoji="1" lang="en-US" altLang="zh-CN" sz="3000"/>
              <a:t>Tomcat</a:t>
            </a:r>
            <a:r>
              <a:rPr kumimoji="1" lang="zh-CN" altLang="en-US" sz="3000"/>
              <a:t>上。</a:t>
            </a:r>
            <a:endParaRPr kumimoji="1" lang="en-US" altLang="zh-CN" sz="3000"/>
          </a:p>
          <a:p>
            <a:pPr>
              <a:lnSpc>
                <a:spcPct val="90000"/>
              </a:lnSpc>
            </a:pPr>
            <a:r>
              <a:rPr kumimoji="1" lang="zh-CN" altLang="en-US" sz="3000"/>
              <a:t>两种运行方式：可以在</a:t>
            </a:r>
            <a:r>
              <a:rPr kumimoji="1" lang="en-US" altLang="zh-CN" sz="3000" err="1"/>
              <a:t>pom.xml</a:t>
            </a:r>
            <a:r>
              <a:rPr kumimoji="1" lang="zh-CN" altLang="en-US" sz="3000"/>
              <a:t>中配置打包方式，</a:t>
            </a:r>
            <a:r>
              <a:rPr kumimoji="1" lang="en-US" altLang="zh-CN" sz="3000"/>
              <a:t>war</a:t>
            </a:r>
            <a:r>
              <a:rPr kumimoji="1" lang="zh-CN" altLang="en-US" sz="3000"/>
              <a:t>包运行在</a:t>
            </a:r>
            <a:r>
              <a:rPr kumimoji="1" lang="en-US" altLang="zh-CN" sz="3000"/>
              <a:t>Web</a:t>
            </a:r>
            <a:r>
              <a:rPr kumimoji="1" lang="zh-CN" altLang="en-US" sz="3000"/>
              <a:t>容器</a:t>
            </a:r>
            <a:r>
              <a:rPr kumimoji="1" lang="en-US" altLang="zh-CN" sz="3000"/>
              <a:t>tomcat</a:t>
            </a:r>
            <a:r>
              <a:rPr kumimoji="1" lang="zh-CN" altLang="en-US" sz="3000"/>
              <a:t>上；</a:t>
            </a:r>
            <a:r>
              <a:rPr kumimoji="1" lang="en-US" altLang="zh-CN" sz="3000"/>
              <a:t>jar</a:t>
            </a:r>
            <a:r>
              <a:rPr kumimoji="1" lang="zh-CN" altLang="en-US" sz="3000"/>
              <a:t>包直接以命令行方式运行，</a:t>
            </a:r>
            <a:r>
              <a:rPr kumimoji="1" lang="en-US" altLang="zh-CN" sz="3000"/>
              <a:t>java</a:t>
            </a:r>
            <a:r>
              <a:rPr kumimoji="1" lang="zh-CN" altLang="en-US" sz="3000"/>
              <a:t> </a:t>
            </a:r>
            <a:r>
              <a:rPr kumimoji="1" lang="en-US" altLang="zh-CN" sz="3000"/>
              <a:t>–jar</a:t>
            </a:r>
            <a:r>
              <a:rPr kumimoji="1" lang="zh-CN" altLang="en-US" sz="3000"/>
              <a:t> </a:t>
            </a:r>
            <a:r>
              <a:rPr kumimoji="1" lang="en-US" altLang="zh-CN" sz="3000" err="1"/>
              <a:t>XXX.jar</a:t>
            </a:r>
            <a:endParaRPr kumimoji="1" lang="zh-CN" altLang="en-US" sz="3000"/>
          </a:p>
        </p:txBody>
      </p:sp>
    </p:spTree>
    <p:extLst>
      <p:ext uri="{BB962C8B-B14F-4D97-AF65-F5344CB8AC3E}">
        <p14:creationId xmlns:p14="http://schemas.microsoft.com/office/powerpoint/2010/main" val="278112975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4C09F0-29E4-7444-BFA5-2715D352E2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N" dirty="0"/>
              <a:t>复习指南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FD6F82-7C0E-E245-9478-96CB3F8B5B4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zh-CN" altLang="en-US" dirty="0"/>
              <a:t>题型：</a:t>
            </a:r>
            <a:endParaRPr lang="en-US" altLang="zh-CN" dirty="0"/>
          </a:p>
          <a:p>
            <a:pPr lvl="1"/>
            <a:r>
              <a:rPr lang="zh-CN" altLang="en-US" dirty="0"/>
              <a:t>简答题 </a:t>
            </a:r>
            <a:r>
              <a:rPr lang="en-US" altLang="zh-CN" dirty="0"/>
              <a:t>(3*6‘)</a:t>
            </a:r>
          </a:p>
          <a:p>
            <a:pPr lvl="1"/>
            <a:r>
              <a:rPr lang="zh-CN" altLang="en-US" dirty="0"/>
              <a:t>选择题</a:t>
            </a:r>
            <a:r>
              <a:rPr lang="en-US" altLang="zh-CN" dirty="0"/>
              <a:t>( 6*2 ‘)</a:t>
            </a:r>
          </a:p>
          <a:p>
            <a:pPr lvl="1"/>
            <a:r>
              <a:rPr lang="zh-CN" altLang="en-US" dirty="0"/>
              <a:t>编程题</a:t>
            </a:r>
            <a:r>
              <a:rPr lang="en-US" altLang="zh-CN" dirty="0"/>
              <a:t>( 4*10’)</a:t>
            </a:r>
          </a:p>
          <a:p>
            <a:pPr lvl="1"/>
            <a:r>
              <a:rPr lang="zh-CN" altLang="en-US" dirty="0"/>
              <a:t>论述题</a:t>
            </a:r>
            <a:r>
              <a:rPr lang="en-US" altLang="zh-CN" dirty="0"/>
              <a:t>(10’)</a:t>
            </a:r>
          </a:p>
          <a:p>
            <a:pPr lvl="1"/>
            <a:endParaRPr lang="en-US" altLang="zh-CN" dirty="0"/>
          </a:p>
          <a:p>
            <a:pPr marL="457200" lvl="1" indent="0">
              <a:buNone/>
            </a:pPr>
            <a:r>
              <a:rPr lang="zh-CN" altLang="en-US" b="0" i="0" dirty="0">
                <a:effectLst/>
                <a:highlight>
                  <a:srgbClr val="FFFFFF"/>
                </a:highlight>
                <a:latin typeface="Roboto" panose="02000000000000000000" pitchFamily="2" charset="0"/>
              </a:rPr>
              <a:t>⭐️ </a:t>
            </a:r>
            <a:r>
              <a:rPr lang="zh-CN" altLang="en-US" dirty="0">
                <a:solidFill>
                  <a:srgbClr val="FF0000"/>
                </a:solidFill>
              </a:rPr>
              <a:t>重点</a:t>
            </a:r>
            <a:r>
              <a:rPr lang="zh-CN" altLang="en-US" dirty="0"/>
              <a:t>：</a:t>
            </a:r>
            <a:r>
              <a:rPr lang="en-US" altLang="zh-CN" dirty="0"/>
              <a:t>JavaScript</a:t>
            </a:r>
            <a:r>
              <a:rPr lang="zh-CN" altLang="en-US" dirty="0"/>
              <a:t>、</a:t>
            </a:r>
            <a:r>
              <a:rPr lang="en-US" altLang="zh-CN" dirty="0"/>
              <a:t>CSS</a:t>
            </a:r>
            <a:r>
              <a:rPr lang="zh-CN" altLang="en-US" dirty="0"/>
              <a:t>、</a:t>
            </a:r>
            <a:r>
              <a:rPr lang="en-US" altLang="zh-CN" dirty="0"/>
              <a:t>Html</a:t>
            </a:r>
            <a:r>
              <a:rPr lang="zh-CN" altLang="en-US" dirty="0"/>
              <a:t>，</a:t>
            </a:r>
            <a:r>
              <a:rPr lang="en-US" altLang="zh-CN" dirty="0"/>
              <a:t>Servlet</a:t>
            </a:r>
            <a:r>
              <a:rPr lang="zh-CN" altLang="en-US" dirty="0"/>
              <a:t>，实验课内容，</a:t>
            </a:r>
            <a:r>
              <a:rPr lang="en-US" altLang="zh-CN" dirty="0"/>
              <a:t>Spring</a:t>
            </a:r>
            <a:r>
              <a:rPr lang="zh-CN" altLang="en-US" dirty="0"/>
              <a:t>和</a:t>
            </a:r>
            <a:r>
              <a:rPr lang="en-US" altLang="zh-CN" dirty="0" err="1"/>
              <a:t>MyBatis</a:t>
            </a:r>
            <a:r>
              <a:rPr lang="zh-CN" altLang="en-US" dirty="0"/>
              <a:t>的基础知识。</a:t>
            </a:r>
            <a:endParaRPr lang="en-US" altLang="zh-CN" dirty="0"/>
          </a:p>
          <a:p>
            <a:pPr marL="457200" lvl="1" indent="0">
              <a:buNone/>
            </a:pPr>
            <a:r>
              <a:rPr lang="zh-CN" altLang="en-US" b="0" i="0" dirty="0">
                <a:effectLst/>
                <a:highlight>
                  <a:srgbClr val="FFFFFF"/>
                </a:highlight>
                <a:latin typeface="Roboto" panose="02000000000000000000" pitchFamily="2" charset="0"/>
              </a:rPr>
              <a:t>📌 </a:t>
            </a:r>
            <a:r>
              <a:rPr lang="zh-CN" altLang="en-US" dirty="0">
                <a:solidFill>
                  <a:srgbClr val="FF0000"/>
                </a:solidFill>
              </a:rPr>
              <a:t>提示</a:t>
            </a:r>
            <a:r>
              <a:rPr lang="zh-CN" altLang="en-US" dirty="0"/>
              <a:t>：</a:t>
            </a:r>
            <a:r>
              <a:rPr lang="en-US" altLang="zh-CN" dirty="0" err="1"/>
              <a:t>JQuery</a:t>
            </a:r>
            <a:r>
              <a:rPr lang="zh-CN" altLang="en-US" dirty="0"/>
              <a:t>和</a:t>
            </a:r>
            <a:r>
              <a:rPr lang="en-US" altLang="zh-CN" dirty="0"/>
              <a:t>Vue</a:t>
            </a:r>
            <a:r>
              <a:rPr lang="zh-CN" altLang="en-US" dirty="0"/>
              <a:t>不考，</a:t>
            </a:r>
            <a:r>
              <a:rPr lang="en-US" altLang="zh-CN" dirty="0"/>
              <a:t> </a:t>
            </a:r>
            <a:r>
              <a:rPr lang="en-US" altLang="zh-CN" dirty="0" err="1"/>
              <a:t>SpringMVC</a:t>
            </a:r>
            <a:r>
              <a:rPr lang="zh-CN" altLang="en-US" dirty="0"/>
              <a:t>不考</a:t>
            </a:r>
            <a:endParaRPr lang="en-US" altLang="zh-CN" dirty="0"/>
          </a:p>
          <a:p>
            <a:pPr marL="457200" lvl="1" indent="0">
              <a:buNone/>
            </a:pPr>
            <a:r>
              <a:rPr lang="zh-CN" altLang="en-US" b="0" i="0" dirty="0">
                <a:effectLst/>
                <a:highlight>
                  <a:srgbClr val="FFFFFF"/>
                </a:highlight>
                <a:latin typeface="Roboto" panose="02000000000000000000" pitchFamily="2" charset="0"/>
              </a:rPr>
              <a:t>💪</a:t>
            </a:r>
            <a:r>
              <a:rPr lang="zh-CN" altLang="en-US" dirty="0">
                <a:solidFill>
                  <a:srgbClr val="FF0000"/>
                </a:solidFill>
              </a:rPr>
              <a:t>强烈建议</a:t>
            </a:r>
            <a:r>
              <a:rPr lang="zh-CN" altLang="en-US" dirty="0"/>
              <a:t>：考试之前把实验内容做完</a:t>
            </a:r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384054613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358</TotalTime>
  <Words>610</Words>
  <Application>Microsoft Macintosh PowerPoint</Application>
  <PresentationFormat>全屏显示(4:3)</PresentationFormat>
  <Paragraphs>62</Paragraphs>
  <Slides>13</Slides>
  <Notes>3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13</vt:i4>
      </vt:variant>
    </vt:vector>
  </HeadingPairs>
  <TitlesOfParts>
    <vt:vector size="18" baseType="lpstr">
      <vt:lpstr>-apple-system</vt:lpstr>
      <vt:lpstr>Arial</vt:lpstr>
      <vt:lpstr>Calibri</vt:lpstr>
      <vt:lpstr>Roboto</vt:lpstr>
      <vt:lpstr>Office Theme</vt:lpstr>
      <vt:lpstr>第16章 课程总结</vt:lpstr>
      <vt:lpstr>Spring中的常见设计模式</vt:lpstr>
      <vt:lpstr>Spring中的bean默认单例</vt:lpstr>
      <vt:lpstr>不要写✍️这种代码</vt:lpstr>
      <vt:lpstr>SpringMVC 运行流程</vt:lpstr>
      <vt:lpstr>SpringMVC 执行流程</vt:lpstr>
      <vt:lpstr>PowerPoint 演示文稿</vt:lpstr>
      <vt:lpstr>PowerPoint 演示文稿</vt:lpstr>
      <vt:lpstr>PowerPoint 演示文稿</vt:lpstr>
      <vt:lpstr>PowerPoint 演示文稿</vt:lpstr>
      <vt:lpstr>开发工具🔧</vt:lpstr>
      <vt:lpstr>项目部署</vt:lpstr>
      <vt:lpstr>复习指南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Wu Coral</dc:creator>
  <cp:lastModifiedBy>xiang chen</cp:lastModifiedBy>
  <cp:revision>103</cp:revision>
  <dcterms:created xsi:type="dcterms:W3CDTF">2014-01-14T12:05:24Z</dcterms:created>
  <dcterms:modified xsi:type="dcterms:W3CDTF">2024-04-18T01:43:18Z</dcterms:modified>
</cp:coreProperties>
</file>